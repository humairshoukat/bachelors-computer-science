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2"/>
  </p:notesMasterIdLst>
  <p:sldIdLst>
    <p:sldId id="33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4" r:id="rId19"/>
    <p:sldId id="275" r:id="rId20"/>
    <p:sldId id="32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F3B18-1B50-416D-A979-3D2B9DB48091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5E2D3-9540-4A2B-B88B-A78541987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1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3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9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3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1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89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9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05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6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5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84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697DB89-CDD6-472D-8A6C-DAA95BB1FA3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D1A2CC5-F66F-4FF1-9C12-E4C07F54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PK" altLang="en-PK" sz="24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94194141-4B13-4C0B-9E9E-4B6DF58F22B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PK" altLang="en-PK" sz="24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4CCC10C4-1070-49FF-9EC0-FC19F4D37B5A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95304FCF-25DE-4BD8-A83B-51D9A6ECE64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altLang="en-PK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16389DA0-8CD8-4422-9A8F-A93463A81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altLang="en-PK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1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2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144541-1081-4B27-9E4B-DD51FC1DCE6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0B4F17-C843-4DBB-B859-C77EA1F01CA2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7755DD8-7CD3-439F-A290-5D547A54A7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37CD04-9D5B-417F-A66B-C38A4D2D52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2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939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D41561C-CEBF-48F4-9E28-C4482E17CA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6111C-B94E-42B8-B445-5EB7C98BDEFA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5660E3-240B-41E3-888C-1B88C6F558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9180715-2C5B-4D99-B35D-5CB9C8F567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96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AE7B7F9-9B63-4C99-B240-FC12E76B5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EB5BEB-004C-45AF-9D38-AF2A5B6958D8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DBDB97-8B17-4504-8ADA-64F907DF6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31478AB-4749-4D3C-8589-3B6D14C30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808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2362204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4" y="2362204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8D3B876-73DB-429F-B4A5-ACDB21507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F3847-5007-47F7-9DE7-1A8B40CDBD7A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30567E-7D9B-4A0A-8C19-E932DA0EC6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332F7B6-D444-4E55-96A6-522A403CF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401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3D9AB9F-2A0C-4FBB-B382-9C21E1687A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38C468-910D-4313-A10C-FCB0AD170BFD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A914F3E-D7BB-499F-8AAC-D29CA4F045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7F3BCB4-F714-4117-802E-711CF7676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783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582D231-FDF6-426E-A616-698440509C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B9082A-79BD-433F-9B5F-8BCD4EAA65B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EDCA115-9E3C-40D4-8912-F4E20DB6B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499D514-9105-4111-8B91-F8810A02C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995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939D947-A124-40F1-A1CD-BD82F65EC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A1E931-F403-4304-9F63-1E06B9CECA24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EDE26CF-7FFF-494A-9127-8D239D271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08D1E9E-3392-4D0F-B80B-A17511304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7604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3958604-85A8-4A4E-97A7-ABA204D8D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99AFF-1278-442B-856D-5DA176929955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4B8F9BB-0FC1-41C7-ADBB-7B2886ABC1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CABE9D4-E092-4117-9D3B-3D8D4681F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2854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D75601F-C8A4-4A90-80B4-5F520901F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896CE0-495C-4667-B550-99C326EA790F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2DF7F1E-3D7B-4FB8-A9F7-B9D427D05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AFB0A65-4C06-4F69-91E5-B374EC5B4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6771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64D6AB3-0BE0-4AE2-A565-F6DB7E10D8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0B1E5B-267A-4BE7-9081-5F0AACC5A54F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84E88F6-7B9B-48EF-88D1-8B8546270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AFD07A6-C54B-4303-8783-79A5AA51D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646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4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4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E454C69-05BB-4376-BF5B-F23F07E40E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BFDB41-B124-4EA0-B637-71E64E804772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BE95B74-3904-4687-A858-1857057DFA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01F3940-CBCF-4E25-ACC0-395A595B0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7223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2" y="2362204"/>
            <a:ext cx="7693025" cy="3724275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77D68F-D4CE-414A-BDA9-E33AB488C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9712A5-15C0-46B1-B4C5-317166927FB6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1A1324-E8FC-418E-94C0-85F2BD7D6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9B9D749-3CF9-4C82-90AE-BA2A543AF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3589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776A0-7560-4F9C-8F33-A26761AAE902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6F23E-908B-4BAF-9A7A-6579A0C47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9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B2A3329E-0904-47A4-ACB5-5B91293A5A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0FF77DB7-AD29-49C8-93AA-EA0184FC38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D438BB5E-926C-4E0C-9E77-FE8E0784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altLang="en-PK" sz="1800" b="0" i="0" u="none" strike="noStrike" kern="1200" cap="none" spc="0" normalizeH="0" baseline="0" noProof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95302D45-DF44-4885-8F20-439784359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165704AF-ADD4-4E42-9951-9885E2AF3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AD015C4F-F9D0-48B2-8315-4799ABF1D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altLang="en-PK" sz="1800" b="0" i="0" u="none" strike="noStrike" kern="1200" cap="none" spc="0" normalizeH="0" baseline="0" noProof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7C227202-0AB4-426A-A6CB-F2C45BDC7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altLang="en-PK" sz="1800" b="0" i="0" u="none" strike="noStrike" kern="1200" cap="none" spc="0" normalizeH="0" baseline="0" noProof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A90FCFEC-9F9D-4254-8D92-7B25B6EE3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398F237-95A9-4BFF-B4A1-C78F7FF6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2" y="2362204"/>
            <a:ext cx="76930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1D379FF3-7792-4E0A-B32B-CDBBF4ABCF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2" y="6248404"/>
            <a:ext cx="21304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9712A5-15C0-46B1-B4C5-317166927FB6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5F8406A0-86DE-4CF8-BE66-1FC1EC81C1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4"/>
            <a:ext cx="28971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B08A31F9-D76D-43DC-8BDE-F2140B37C3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40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919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Farhad.Muhammad@numl.edu.pk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8AC916-7461-472A-83D2-C4792120EBB9}"/>
              </a:ext>
            </a:extLst>
          </p:cNvPr>
          <p:cNvSpPr txBox="1"/>
          <p:nvPr/>
        </p:nvSpPr>
        <p:spPr>
          <a:xfrm>
            <a:off x="4038278" y="5819024"/>
            <a:ext cx="5528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NUML, Islamabad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Farhad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M. </a:t>
            </a:r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Riaz</a:t>
            </a:r>
            <a:endParaRPr lang="en-US" b="1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hlinkClick r:id="rId2"/>
              </a:rPr>
              <a:t>Farhad.Muhammad@numl.edu.pk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r"/>
            <a:r>
              <a:rPr lang="en-US" sz="2800" dirty="0"/>
              <a:t>Parallel &amp; Distributed Computing</a:t>
            </a:r>
            <a:br>
              <a:rPr lang="en-US" sz="2800" dirty="0"/>
            </a:br>
            <a:r>
              <a:rPr lang="en-US" sz="2800" dirty="0"/>
              <a:t>Lecture week 6/2:</a:t>
            </a:r>
            <a:br>
              <a:rPr lang="en-US" sz="2800" dirty="0"/>
            </a:br>
            <a:r>
              <a:rPr lang="en-US" sz="2800" dirty="0">
                <a:latin typeface="+mn-lt"/>
                <a:cs typeface="Times New Roman" panose="02020603050405020304" pitchFamily="18" charset="0"/>
              </a:rPr>
              <a:t>Open MP</a:t>
            </a:r>
            <a:endParaRPr lang="en-US" sz="2800" dirty="0">
              <a:latin typeface="+mn-lt"/>
            </a:endParaRPr>
          </a:p>
        </p:txBody>
      </p:sp>
      <p:pic>
        <p:nvPicPr>
          <p:cNvPr id="8" name="Picture 2" descr="NUML Logo PNG Vector (EPS) Free Download">
            <a:extLst>
              <a:ext uri="{FF2B5EF4-FFF2-40B4-BE49-F238E27FC236}">
                <a16:creationId xmlns:a16="http://schemas.microsoft.com/office/drawing/2014/main" id="{2D3C8850-28E9-44A6-8D9F-53E817636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44" y="1050131"/>
            <a:ext cx="1927513" cy="178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46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84B8-B15E-4F59-9C6A-3876A024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768A19-FC58-4258-936A-7B7535295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0" y="2299874"/>
            <a:ext cx="3067050" cy="3000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3550B6-152D-4618-9193-55992275C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593" y="2110300"/>
            <a:ext cx="352425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9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C3019-380F-433C-AC10-C2627285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Program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F29B4E-6216-49CD-9856-A5CA88778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80101"/>
            <a:ext cx="8045087" cy="440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85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E707-ADF3-4D16-B20B-16C1D23B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computing: Shared Memory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501D8-C0CF-4D10-A87A-B904ECE66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33865"/>
            <a:ext cx="7886700" cy="411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9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C237-68F8-4E4B-BD2B-89A40E69B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 Intro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CC6555-CA79-4470-9496-DE869011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1581103"/>
            <a:ext cx="7341326" cy="453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7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B89D-C67C-47F2-B024-BE85F0D0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OpenMP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EC7BC-4CF6-4292-A3D6-75E1D88E54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77"/>
          <a:stretch/>
        </p:blipFill>
        <p:spPr>
          <a:xfrm>
            <a:off x="953588" y="1714252"/>
            <a:ext cx="7561761" cy="426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371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C3CC-E1A8-41F9-87B0-3E04AC39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A661F-3489-41B7-96B3-AC01BF379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59143"/>
            <a:ext cx="7886700" cy="4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35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26207-6CBA-4FFD-858C-1C7727E88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4AF87C-CB47-49D7-BC3D-123AB1983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09" y="2072159"/>
            <a:ext cx="6936378" cy="397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4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1B3C-6C02-4C68-827E-EBBED689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Region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3389FE-842B-40AD-8F53-D2FAF5BBE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58" y="1866221"/>
            <a:ext cx="7467271" cy="436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96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1B3C-6C02-4C68-827E-EBBED689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Directive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BEB953-7F24-4A1B-8B2E-C7E2D3C9A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49" y="2315868"/>
            <a:ext cx="7158445" cy="11131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B77CF3-6DCA-48AB-82DC-08CF8E231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611" y="3600287"/>
            <a:ext cx="3879669" cy="302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0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1B3C-6C02-4C68-827E-EBBED689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threads interact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C85CE1-7440-44C8-8419-BE4CD0D19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63" y="1767447"/>
            <a:ext cx="7315200" cy="418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97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1B3C-6C02-4C68-827E-EBBED689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 Language Extensions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84AF4-5061-4A6C-9108-30852D345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25" y="2385774"/>
            <a:ext cx="7727350" cy="31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74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1B3C-6C02-4C68-827E-EBBED689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 Constructs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29A83-6E3D-462D-AE00-3B12CF262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77" y="1690689"/>
            <a:ext cx="7040880" cy="41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30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1B3C-6C02-4C68-827E-EBBED689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 Loop Construct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88B90-CD2B-4E05-AD97-4760756E3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74" y="2181497"/>
            <a:ext cx="6659027" cy="395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36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1B3C-6C02-4C68-827E-EBBED689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OpenMP Program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E108C-C7E1-4F0A-A441-02D97928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2541022"/>
            <a:ext cx="6231960" cy="1052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528BED-6548-4F9B-A694-12FF47D4C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543" y="4142493"/>
            <a:ext cx="4006254" cy="114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98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1B3C-6C02-4C68-827E-EBBED689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Run-time library routines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E6ACFF-557B-4691-9674-E1EF3BBAB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96" y="1458370"/>
            <a:ext cx="7576458" cy="503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53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1B3C-6C02-4C68-827E-EBBED689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A4FCF1-D7CF-4CCF-885A-AEACDB49A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4" y="1402760"/>
            <a:ext cx="7578342" cy="471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59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1B3C-6C02-4C68-827E-EBBED689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Number of Threads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CA1B13-EBAA-4C6E-8F03-739793A26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65" y="1915919"/>
            <a:ext cx="8421646" cy="396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07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5B9A-D615-4D78-9D1C-511193340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9191" y="2306468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That’s all for today!! </a:t>
            </a:r>
          </a:p>
        </p:txBody>
      </p:sp>
    </p:spTree>
    <p:extLst>
      <p:ext uri="{BB962C8B-B14F-4D97-AF65-F5344CB8AC3E}">
        <p14:creationId xmlns:p14="http://schemas.microsoft.com/office/powerpoint/2010/main" val="1990809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5C8782E-8FD1-4DD5-B1D4-2219BDDE01B3}" vid="{796131F4-60EA-4B71-AF3A-7C794936D88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</TotalTime>
  <Words>84</Words>
  <Application>Microsoft Office PowerPoint</Application>
  <PresentationFormat>On-screen Show (4:3)</PresentationFormat>
  <Paragraphs>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Theme1</vt:lpstr>
      <vt:lpstr>Parallel &amp; Distributed Computing Lecture week 6/2: Open MP</vt:lpstr>
      <vt:lpstr>System Architecture</vt:lpstr>
      <vt:lpstr>Sequential Program Execution</vt:lpstr>
      <vt:lpstr>Parallel computing: Shared Memory Model</vt:lpstr>
      <vt:lpstr>OpenMP Intro</vt:lpstr>
      <vt:lpstr>Why OpenMP</vt:lpstr>
      <vt:lpstr>Execution Model</vt:lpstr>
      <vt:lpstr>Basic Syntax</vt:lpstr>
      <vt:lpstr>Parallel Region</vt:lpstr>
      <vt:lpstr>Parallel Directive</vt:lpstr>
      <vt:lpstr>How do threads interact</vt:lpstr>
      <vt:lpstr>OpenMP Language Extensions</vt:lpstr>
      <vt:lpstr>OpenMP Constructs</vt:lpstr>
      <vt:lpstr>OpenMP Loop Construct</vt:lpstr>
      <vt:lpstr>Execute OpenMP Program</vt:lpstr>
      <vt:lpstr>Run-time library routines</vt:lpstr>
      <vt:lpstr>Environment Variables</vt:lpstr>
      <vt:lpstr>Control Number of Threads</vt:lpstr>
      <vt:lpstr>That’s all for today!!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CSC334 Parallel &amp; Distributed Computing  Lecture # 10 Message Passing System</dc:title>
  <dc:creator>Muhammad Mateen Yaqoob</dc:creator>
  <cp:lastModifiedBy>Moorche</cp:lastModifiedBy>
  <cp:revision>18</cp:revision>
  <dcterms:created xsi:type="dcterms:W3CDTF">2020-10-15T11:35:33Z</dcterms:created>
  <dcterms:modified xsi:type="dcterms:W3CDTF">2023-10-17T02:57:33Z</dcterms:modified>
</cp:coreProperties>
</file>