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29"/>
  </p:notesMasterIdLst>
  <p:sldIdLst>
    <p:sldId id="1236" r:id="rId2"/>
    <p:sldId id="1247" r:id="rId3"/>
    <p:sldId id="261" r:id="rId4"/>
    <p:sldId id="277" r:id="rId5"/>
    <p:sldId id="1239" r:id="rId6"/>
    <p:sldId id="262" r:id="rId7"/>
    <p:sldId id="263" r:id="rId8"/>
    <p:sldId id="264" r:id="rId9"/>
    <p:sldId id="1237" r:id="rId10"/>
    <p:sldId id="1238" r:id="rId11"/>
    <p:sldId id="278" r:id="rId12"/>
    <p:sldId id="1240" r:id="rId13"/>
    <p:sldId id="1241" r:id="rId14"/>
    <p:sldId id="1242" r:id="rId15"/>
    <p:sldId id="280" r:id="rId16"/>
    <p:sldId id="281" r:id="rId17"/>
    <p:sldId id="282" r:id="rId18"/>
    <p:sldId id="283" r:id="rId19"/>
    <p:sldId id="1245" r:id="rId20"/>
    <p:sldId id="1243" r:id="rId21"/>
    <p:sldId id="285" r:id="rId22"/>
    <p:sldId id="288" r:id="rId23"/>
    <p:sldId id="289" r:id="rId24"/>
    <p:sldId id="290" r:id="rId25"/>
    <p:sldId id="266" r:id="rId26"/>
    <p:sldId id="275" r:id="rId27"/>
    <p:sldId id="124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A86EF-9B57-4FD3-BFF6-6DAC00A9363D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8D088-FA92-460B-AB37-5BF778EA0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7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CE629-2EBC-4FB5-BCA5-7CA906CFC05C}" type="datetime1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8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8A44-699E-484D-9018-6A46ED19C422}" type="datetime1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2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ABD7-735C-4EB9-A54C-17E1BFEF355A}" type="datetime1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99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9BC6-F9AC-4C2A-9295-EDDCA508FB5E}" type="datetime1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0EC5A-22E5-4308-BB23-EE857AA6E315}" type="datetime1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7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4369B-D9C4-4AD9-A546-F0E62FFE11B8}" type="datetime1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4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7C2D-638C-447D-9C98-CDBBE5F5F11B}" type="datetime1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4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A559B-1347-49DC-A538-6B662AC57378}" type="datetime1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7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296D-7471-419F-9208-FC43BDBF3F09}" type="datetime1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7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37D43-0511-454D-A415-B90044FD1FF3}" type="datetime1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1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9DAB-083A-4C11-9145-32DBD67E11E4}" type="datetime1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28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009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22808" y="1914499"/>
            <a:ext cx="3354070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34343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97538" y="1914499"/>
            <a:ext cx="389318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34343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06574-1BE0-47C9-8262-02CF389585CF}" type="datetime1">
              <a:rPr lang="en-US" smtClean="0"/>
              <a:t>12/4/2023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spcBef>
                <a:spcPts val="40"/>
              </a:spcBef>
            </a:pPr>
            <a:fld id="{81D60167-4931-47E6-BA6A-407CBD079E47}" type="slidenum">
              <a:rPr lang="en-US" smtClean="0"/>
              <a:pPr marL="38100">
                <a:spcBef>
                  <a:spcPts val="40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022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2854" y="1024217"/>
            <a:ext cx="7338291" cy="6146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46D65-57FC-4CF4-A055-0B8B7DED5E40}" type="datetime1">
              <a:rPr lang="en-US" smtClean="0"/>
              <a:t>12/4/2023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440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8C661-BD70-403B-9B48-8317AD89E126}" type="datetime1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Mateen Yaqoob                                                                                                                                  Department of Computer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B7700-632A-4A46-8D86-CA681EDBB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9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9" Type="http://schemas.openxmlformats.org/officeDocument/2006/relationships/image" Target="../media/image45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50" Type="http://schemas.openxmlformats.org/officeDocument/2006/relationships/image" Target="../media/image56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9" Type="http://schemas.openxmlformats.org/officeDocument/2006/relationships/image" Target="../media/image35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3" Type="http://schemas.openxmlformats.org/officeDocument/2006/relationships/image" Target="../media/image59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52" Type="http://schemas.openxmlformats.org/officeDocument/2006/relationships/image" Target="../media/image5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../media/image54.png"/><Relationship Id="rId8" Type="http://schemas.openxmlformats.org/officeDocument/2006/relationships/image" Target="../media/image14.png"/><Relationship Id="rId51" Type="http://schemas.openxmlformats.org/officeDocument/2006/relationships/image" Target="../media/image57.png"/><Relationship Id="rId3" Type="http://schemas.openxmlformats.org/officeDocument/2006/relationships/image" Target="../media/image9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Relationship Id="rId54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49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5C6660-ED62-476E-B694-C3361772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Background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B0E82-95B0-4408-8706-5036C0B39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>
              <a:lnSpc>
                <a:spcPct val="100000"/>
              </a:lnSpc>
              <a:spcBef>
                <a:spcPts val="100"/>
              </a:spcBef>
              <a:tabLst>
                <a:tab pos="241300" algn="l"/>
              </a:tabLst>
            </a:pPr>
            <a:r>
              <a:rPr lang="en-US" sz="2400" spc="-10" dirty="0">
                <a:latin typeface="Arial"/>
                <a:cs typeface="Arial"/>
              </a:rPr>
              <a:t>Traditional </a:t>
            </a:r>
            <a:r>
              <a:rPr lang="en-US" sz="2400" dirty="0">
                <a:latin typeface="Arial"/>
                <a:cs typeface="Arial"/>
              </a:rPr>
              <a:t>programming is</a:t>
            </a:r>
            <a:r>
              <a:rPr lang="en-US" sz="2400" spc="-1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serial</a:t>
            </a:r>
          </a:p>
          <a:p>
            <a:pPr marL="241300">
              <a:lnSpc>
                <a:spcPct val="100000"/>
              </a:lnSpc>
              <a:spcBef>
                <a:spcPts val="2220"/>
              </a:spcBef>
              <a:tabLst>
                <a:tab pos="241300" algn="l"/>
              </a:tabLst>
            </a:pPr>
            <a:r>
              <a:rPr lang="en-US" sz="2400" spc="-5" dirty="0">
                <a:latin typeface="Arial"/>
                <a:cs typeface="Arial"/>
              </a:rPr>
              <a:t>Parallel</a:t>
            </a:r>
            <a:r>
              <a:rPr lang="en-US" sz="2400" spc="-1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programming</a:t>
            </a:r>
          </a:p>
          <a:p>
            <a:pPr marL="469900" marR="42545" lvl="1">
              <a:lnSpc>
                <a:spcPct val="100000"/>
              </a:lnSpc>
              <a:spcBef>
                <a:spcPts val="520"/>
              </a:spcBef>
              <a:buChar char="–"/>
              <a:tabLst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Break </a:t>
            </a:r>
            <a:r>
              <a:rPr lang="en-US" sz="2000" dirty="0">
                <a:latin typeface="Arial"/>
                <a:cs typeface="Arial"/>
              </a:rPr>
              <a:t>processing </a:t>
            </a:r>
            <a:r>
              <a:rPr lang="en-US" sz="2000" spc="-5" dirty="0">
                <a:latin typeface="Arial"/>
                <a:cs typeface="Arial"/>
              </a:rPr>
              <a:t>into parts that </a:t>
            </a:r>
            <a:r>
              <a:rPr lang="en-US" sz="2000" dirty="0">
                <a:latin typeface="Arial"/>
                <a:cs typeface="Arial"/>
              </a:rPr>
              <a:t>can be </a:t>
            </a:r>
            <a:r>
              <a:rPr lang="en-US" sz="2000" spc="-5" dirty="0">
                <a:latin typeface="Arial"/>
                <a:cs typeface="Arial"/>
              </a:rPr>
              <a:t>executed concurrently </a:t>
            </a:r>
            <a:r>
              <a:rPr lang="en-US" sz="2000" dirty="0">
                <a:latin typeface="Arial"/>
                <a:cs typeface="Arial"/>
              </a:rPr>
              <a:t>on multiple</a:t>
            </a:r>
            <a:r>
              <a:rPr lang="en-US" sz="2000" spc="-15" dirty="0">
                <a:latin typeface="Arial"/>
                <a:cs typeface="Arial"/>
              </a:rPr>
              <a:t> </a:t>
            </a:r>
            <a:r>
              <a:rPr lang="en-US" sz="2000" spc="-5" dirty="0">
                <a:latin typeface="Arial"/>
                <a:cs typeface="Arial"/>
              </a:rPr>
              <a:t>processors</a:t>
            </a:r>
            <a:endParaRPr lang="en-US" sz="200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465"/>
              </a:spcBef>
              <a:tabLst>
                <a:tab pos="241300" algn="l"/>
              </a:tabLst>
            </a:pPr>
            <a:r>
              <a:rPr lang="en-US" sz="2400" dirty="0">
                <a:latin typeface="Arial"/>
                <a:cs typeface="Arial"/>
              </a:rPr>
              <a:t>Challenge</a:t>
            </a:r>
          </a:p>
          <a:p>
            <a:pPr marL="469900" lvl="1">
              <a:lnSpc>
                <a:spcPct val="100000"/>
              </a:lnSpc>
              <a:spcBef>
                <a:spcPts val="520"/>
              </a:spcBef>
              <a:buChar char="–"/>
              <a:tabLst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Identify tasks that </a:t>
            </a:r>
            <a:r>
              <a:rPr lang="en-US" sz="2000" dirty="0">
                <a:latin typeface="Arial"/>
                <a:cs typeface="Arial"/>
              </a:rPr>
              <a:t>can </a:t>
            </a:r>
            <a:r>
              <a:rPr lang="en-US" sz="2000" spc="-5" dirty="0">
                <a:latin typeface="Arial"/>
                <a:cs typeface="Arial"/>
              </a:rPr>
              <a:t>run</a:t>
            </a:r>
            <a:r>
              <a:rPr lang="en-US" sz="2000" spc="-45" dirty="0">
                <a:latin typeface="Arial"/>
                <a:cs typeface="Arial"/>
              </a:rPr>
              <a:t> </a:t>
            </a:r>
            <a:r>
              <a:rPr lang="en-US" sz="2000" spc="-5" dirty="0">
                <a:latin typeface="Arial"/>
                <a:cs typeface="Arial"/>
              </a:rPr>
              <a:t>concurrently</a:t>
            </a:r>
            <a:endParaRPr lang="en-US" sz="2000" dirty="0">
              <a:latin typeface="Arial"/>
              <a:cs typeface="Arial"/>
            </a:endParaRPr>
          </a:p>
          <a:p>
            <a:pPr marL="1383665">
              <a:lnSpc>
                <a:spcPct val="100000"/>
              </a:lnSpc>
            </a:pPr>
            <a:r>
              <a:rPr lang="en-US" sz="2000" spc="-5" dirty="0">
                <a:latin typeface="Arial"/>
                <a:cs typeface="Arial"/>
              </a:rPr>
              <a:t>and/or groups </a:t>
            </a:r>
            <a:r>
              <a:rPr lang="en-US" sz="2000" dirty="0">
                <a:latin typeface="Arial"/>
                <a:cs typeface="Arial"/>
              </a:rPr>
              <a:t>of </a:t>
            </a:r>
            <a:r>
              <a:rPr lang="en-US" sz="2000" spc="-5" dirty="0">
                <a:latin typeface="Arial"/>
                <a:cs typeface="Arial"/>
              </a:rPr>
              <a:t>data that </a:t>
            </a:r>
            <a:r>
              <a:rPr lang="en-US" sz="2000" dirty="0">
                <a:latin typeface="Arial"/>
                <a:cs typeface="Arial"/>
              </a:rPr>
              <a:t>can be </a:t>
            </a:r>
            <a:r>
              <a:rPr lang="en-US" sz="2000" spc="-5" dirty="0">
                <a:latin typeface="Arial"/>
                <a:cs typeface="Arial"/>
              </a:rPr>
              <a:t>processed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spc="-5" dirty="0">
                <a:latin typeface="Arial"/>
                <a:cs typeface="Arial"/>
              </a:rPr>
              <a:t>concurrently</a:t>
            </a:r>
            <a:endParaRPr lang="en-US" sz="2000" dirty="0">
              <a:latin typeface="Arial"/>
              <a:cs typeface="Arial"/>
            </a:endParaRPr>
          </a:p>
          <a:p>
            <a:pPr marL="469900" lvl="1">
              <a:lnSpc>
                <a:spcPct val="100000"/>
              </a:lnSpc>
              <a:spcBef>
                <a:spcPts val="505"/>
              </a:spcBef>
              <a:buChar char="–"/>
              <a:tabLst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Not all </a:t>
            </a:r>
            <a:r>
              <a:rPr lang="en-US" sz="2000" spc="-5" dirty="0">
                <a:latin typeface="Arial"/>
                <a:cs typeface="Arial"/>
              </a:rPr>
              <a:t>problems </a:t>
            </a:r>
            <a:r>
              <a:rPr lang="en-US" sz="2000" dirty="0">
                <a:latin typeface="Arial"/>
                <a:cs typeface="Arial"/>
              </a:rPr>
              <a:t>can be</a:t>
            </a:r>
            <a:r>
              <a:rPr lang="en-US" sz="2000" spc="-4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parallelized</a:t>
            </a:r>
          </a:p>
        </p:txBody>
      </p:sp>
    </p:spTree>
    <p:extLst>
      <p:ext uri="{BB962C8B-B14F-4D97-AF65-F5344CB8AC3E}">
        <p14:creationId xmlns:p14="http://schemas.microsoft.com/office/powerpoint/2010/main" val="253174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5234-0DF2-02BF-F2A9-551DEF63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Motivation</a:t>
            </a:r>
            <a:r>
              <a:rPr lang="en-US" dirty="0"/>
              <a:t> </a:t>
            </a:r>
            <a:endParaRPr lang="en-PK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D9761A-FABE-5313-315B-D9ECD3AA50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690689"/>
            <a:ext cx="7886700" cy="480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94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404" y="420424"/>
            <a:ext cx="1729739" cy="6350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>
                <a:solidFill>
                  <a:srgbClr val="000000"/>
                </a:solidFill>
              </a:rPr>
              <a:t>Big</a:t>
            </a:r>
            <a:r>
              <a:rPr sz="4000" spc="-85" dirty="0">
                <a:solidFill>
                  <a:srgbClr val="000000"/>
                </a:solidFill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Data</a:t>
            </a:r>
            <a:endParaRPr sz="4000" dirty="0"/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xfrm>
            <a:off x="927552" y="1379077"/>
            <a:ext cx="3747772" cy="387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210185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it </a:t>
            </a:r>
            <a:r>
              <a:rPr spc="-10" dirty="0"/>
              <a:t>cannot </a:t>
            </a:r>
            <a:r>
              <a:rPr spc="-5" dirty="0"/>
              <a:t>be</a:t>
            </a:r>
            <a:r>
              <a:rPr spc="-80" dirty="0"/>
              <a:t> </a:t>
            </a:r>
            <a:r>
              <a:rPr spc="-20" dirty="0">
                <a:solidFill>
                  <a:srgbClr val="E69138"/>
                </a:solidFill>
              </a:rPr>
              <a:t>stored  </a:t>
            </a:r>
            <a:r>
              <a:rPr spc="-5" dirty="0"/>
              <a:t>in </a:t>
            </a:r>
            <a:r>
              <a:rPr dirty="0"/>
              <a:t>one</a:t>
            </a:r>
            <a:r>
              <a:rPr spc="-55" dirty="0"/>
              <a:t> </a:t>
            </a:r>
            <a:r>
              <a:rPr spc="-5" dirty="0"/>
              <a:t>machine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50" dirty="0"/>
          </a:p>
          <a:p>
            <a:pPr marL="12700" marR="5080" indent="-635" algn="ctr">
              <a:lnSpc>
                <a:spcPct val="100000"/>
              </a:lnSpc>
            </a:pPr>
            <a:r>
              <a:rPr spc="-20" dirty="0"/>
              <a:t>store </a:t>
            </a:r>
            <a:r>
              <a:rPr spc="-5" dirty="0"/>
              <a:t>the </a:t>
            </a:r>
            <a:r>
              <a:rPr spc="-20" dirty="0"/>
              <a:t>data </a:t>
            </a:r>
            <a:r>
              <a:rPr spc="-10" dirty="0"/>
              <a:t>sets  </a:t>
            </a:r>
            <a:r>
              <a:rPr dirty="0"/>
              <a:t>on </a:t>
            </a:r>
            <a:r>
              <a:rPr spc="-5" dirty="0"/>
              <a:t>multiple</a:t>
            </a:r>
            <a:r>
              <a:rPr spc="-100" dirty="0"/>
              <a:t> </a:t>
            </a:r>
            <a:r>
              <a:rPr spc="-5" dirty="0"/>
              <a:t>machines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200" dirty="0"/>
          </a:p>
          <a:p>
            <a:pPr algn="ctr">
              <a:lnSpc>
                <a:spcPct val="100000"/>
              </a:lnSpc>
            </a:pPr>
            <a:r>
              <a:rPr dirty="0">
                <a:solidFill>
                  <a:srgbClr val="E69138"/>
                </a:solidFill>
              </a:rPr>
              <a:t>Google </a:t>
            </a:r>
            <a:r>
              <a:rPr spc="-5" dirty="0">
                <a:solidFill>
                  <a:srgbClr val="E69138"/>
                </a:solidFill>
              </a:rPr>
              <a:t>File</a:t>
            </a:r>
            <a:r>
              <a:rPr spc="-65" dirty="0">
                <a:solidFill>
                  <a:srgbClr val="E69138"/>
                </a:solidFill>
              </a:rPr>
              <a:t> </a:t>
            </a:r>
            <a:r>
              <a:rPr spc="-25" dirty="0">
                <a:solidFill>
                  <a:srgbClr val="E69138"/>
                </a:solidFill>
              </a:rPr>
              <a:t>System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sz="half" idx="3"/>
          </p:nvPr>
        </p:nvSpPr>
        <p:spPr>
          <a:xfrm>
            <a:off x="5192997" y="1337724"/>
            <a:ext cx="3390564" cy="4801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it </a:t>
            </a:r>
            <a:r>
              <a:rPr spc="-10" dirty="0"/>
              <a:t>cannot </a:t>
            </a:r>
            <a:r>
              <a:rPr spc="-5" dirty="0"/>
              <a:t>be </a:t>
            </a:r>
            <a:r>
              <a:rPr spc="-10" dirty="0">
                <a:solidFill>
                  <a:srgbClr val="E06666"/>
                </a:solidFill>
              </a:rPr>
              <a:t>processed</a:t>
            </a:r>
            <a:r>
              <a:rPr spc="-70" dirty="0">
                <a:solidFill>
                  <a:srgbClr val="E06666"/>
                </a:solidFill>
              </a:rPr>
              <a:t> </a:t>
            </a:r>
            <a:r>
              <a:rPr spc="-5" dirty="0"/>
              <a:t>in </a:t>
            </a:r>
            <a:r>
              <a:rPr dirty="0"/>
              <a:t>one</a:t>
            </a:r>
            <a:r>
              <a:rPr spc="-25" dirty="0"/>
              <a:t> </a:t>
            </a:r>
            <a:r>
              <a:rPr spc="-5" dirty="0"/>
              <a:t>machine</a:t>
            </a:r>
            <a:endParaRPr lang="en-PK" spc="-5" dirty="0"/>
          </a:p>
          <a:p>
            <a:pPr marL="0" indent="0">
              <a:lnSpc>
                <a:spcPct val="100000"/>
              </a:lnSpc>
              <a:spcBef>
                <a:spcPts val="40"/>
              </a:spcBef>
              <a:buNone/>
            </a:pPr>
            <a:endParaRPr lang="en-PK" sz="4250" dirty="0"/>
          </a:p>
          <a:p>
            <a:pPr marL="132715" marR="125095" algn="ctr">
              <a:lnSpc>
                <a:spcPct val="100000"/>
              </a:lnSpc>
            </a:pPr>
            <a:r>
              <a:rPr spc="-15" dirty="0"/>
              <a:t>parallelize</a:t>
            </a:r>
            <a:r>
              <a:rPr spc="-65" dirty="0"/>
              <a:t> </a:t>
            </a:r>
            <a:r>
              <a:rPr spc="-15" dirty="0"/>
              <a:t>computation  </a:t>
            </a:r>
            <a:r>
              <a:rPr dirty="0"/>
              <a:t>on </a:t>
            </a:r>
            <a:r>
              <a:rPr spc="-5" dirty="0"/>
              <a:t>multiple</a:t>
            </a:r>
            <a:r>
              <a:rPr spc="-65" dirty="0"/>
              <a:t> </a:t>
            </a:r>
            <a:r>
              <a:rPr spc="-5" dirty="0"/>
              <a:t>machines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200" dirty="0"/>
          </a:p>
          <a:p>
            <a:pPr algn="ctr">
              <a:lnSpc>
                <a:spcPct val="100000"/>
              </a:lnSpc>
            </a:pPr>
            <a:r>
              <a:rPr spc="-15" dirty="0">
                <a:solidFill>
                  <a:srgbClr val="E06666"/>
                </a:solidFill>
              </a:rPr>
              <a:t>MapReduce</a:t>
            </a:r>
          </a:p>
        </p:txBody>
      </p:sp>
      <p:sp>
        <p:nvSpPr>
          <p:cNvPr id="3" name="object 3"/>
          <p:cNvSpPr/>
          <p:nvPr/>
        </p:nvSpPr>
        <p:spPr>
          <a:xfrm>
            <a:off x="2004937" y="1022138"/>
            <a:ext cx="1288415" cy="582930"/>
          </a:xfrm>
          <a:custGeom>
            <a:avLst/>
            <a:gdLst/>
            <a:ahLst/>
            <a:cxnLst/>
            <a:rect l="l" t="t" r="r" b="b"/>
            <a:pathLst>
              <a:path w="1288414" h="582930">
                <a:moveTo>
                  <a:pt x="1272844" y="0"/>
                </a:moveTo>
                <a:lnTo>
                  <a:pt x="167309" y="477900"/>
                </a:lnTo>
                <a:lnTo>
                  <a:pt x="137071" y="407962"/>
                </a:lnTo>
                <a:lnTo>
                  <a:pt x="0" y="570979"/>
                </a:lnTo>
                <a:lnTo>
                  <a:pt x="212661" y="582828"/>
                </a:lnTo>
                <a:lnTo>
                  <a:pt x="182422" y="512876"/>
                </a:lnTo>
                <a:lnTo>
                  <a:pt x="1287970" y="34963"/>
                </a:lnTo>
                <a:lnTo>
                  <a:pt x="1272844" y="0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48777" y="2467919"/>
            <a:ext cx="190500" cy="462280"/>
          </a:xfrm>
          <a:custGeom>
            <a:avLst/>
            <a:gdLst/>
            <a:ahLst/>
            <a:cxnLst/>
            <a:rect l="l" t="t" r="r" b="b"/>
            <a:pathLst>
              <a:path w="190500" h="462279">
                <a:moveTo>
                  <a:pt x="114300" y="0"/>
                </a:moveTo>
                <a:lnTo>
                  <a:pt x="76200" y="0"/>
                </a:lnTo>
                <a:lnTo>
                  <a:pt x="76200" y="271195"/>
                </a:lnTo>
                <a:lnTo>
                  <a:pt x="0" y="271195"/>
                </a:lnTo>
                <a:lnTo>
                  <a:pt x="95250" y="461695"/>
                </a:lnTo>
                <a:lnTo>
                  <a:pt x="190500" y="271195"/>
                </a:lnTo>
                <a:lnTo>
                  <a:pt x="114300" y="271195"/>
                </a:lnTo>
                <a:lnTo>
                  <a:pt x="114300" y="0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44027" y="4181515"/>
            <a:ext cx="190500" cy="452120"/>
          </a:xfrm>
          <a:custGeom>
            <a:avLst/>
            <a:gdLst/>
            <a:ahLst/>
            <a:cxnLst/>
            <a:rect l="l" t="t" r="r" b="b"/>
            <a:pathLst>
              <a:path w="190500" h="452120">
                <a:moveTo>
                  <a:pt x="114300" y="0"/>
                </a:moveTo>
                <a:lnTo>
                  <a:pt x="76200" y="0"/>
                </a:lnTo>
                <a:lnTo>
                  <a:pt x="76200" y="260997"/>
                </a:lnTo>
                <a:lnTo>
                  <a:pt x="0" y="260997"/>
                </a:lnTo>
                <a:lnTo>
                  <a:pt x="95250" y="451497"/>
                </a:lnTo>
                <a:lnTo>
                  <a:pt x="190500" y="260997"/>
                </a:lnTo>
                <a:lnTo>
                  <a:pt x="114300" y="260997"/>
                </a:lnTo>
                <a:lnTo>
                  <a:pt x="114300" y="0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28963" y="889161"/>
            <a:ext cx="1287780" cy="582930"/>
          </a:xfrm>
          <a:custGeom>
            <a:avLst/>
            <a:gdLst/>
            <a:ahLst/>
            <a:cxnLst/>
            <a:rect l="l" t="t" r="r" b="b"/>
            <a:pathLst>
              <a:path w="1287779" h="582930">
                <a:moveTo>
                  <a:pt x="15125" y="0"/>
                </a:moveTo>
                <a:lnTo>
                  <a:pt x="0" y="34963"/>
                </a:lnTo>
                <a:lnTo>
                  <a:pt x="1105242" y="512864"/>
                </a:lnTo>
                <a:lnTo>
                  <a:pt x="1075004" y="582803"/>
                </a:lnTo>
                <a:lnTo>
                  <a:pt x="1287665" y="570979"/>
                </a:lnTo>
                <a:lnTo>
                  <a:pt x="1150607" y="407949"/>
                </a:lnTo>
                <a:lnTo>
                  <a:pt x="1120368" y="477888"/>
                </a:lnTo>
                <a:lnTo>
                  <a:pt x="15125" y="0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7779" y="2780669"/>
            <a:ext cx="190500" cy="462280"/>
          </a:xfrm>
          <a:custGeom>
            <a:avLst/>
            <a:gdLst/>
            <a:ahLst/>
            <a:cxnLst/>
            <a:rect l="l" t="t" r="r" b="b"/>
            <a:pathLst>
              <a:path w="190500" h="462279">
                <a:moveTo>
                  <a:pt x="114300" y="0"/>
                </a:moveTo>
                <a:lnTo>
                  <a:pt x="76200" y="0"/>
                </a:lnTo>
                <a:lnTo>
                  <a:pt x="76200" y="271195"/>
                </a:lnTo>
                <a:lnTo>
                  <a:pt x="0" y="271195"/>
                </a:lnTo>
                <a:lnTo>
                  <a:pt x="95250" y="461695"/>
                </a:lnTo>
                <a:lnTo>
                  <a:pt x="190500" y="271195"/>
                </a:lnTo>
                <a:lnTo>
                  <a:pt x="114300" y="271195"/>
                </a:lnTo>
                <a:lnTo>
                  <a:pt x="114300" y="0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51893" y="4976131"/>
            <a:ext cx="190500" cy="452120"/>
          </a:xfrm>
          <a:custGeom>
            <a:avLst/>
            <a:gdLst/>
            <a:ahLst/>
            <a:cxnLst/>
            <a:rect l="l" t="t" r="r" b="b"/>
            <a:pathLst>
              <a:path w="190500" h="452120">
                <a:moveTo>
                  <a:pt x="114300" y="0"/>
                </a:moveTo>
                <a:lnTo>
                  <a:pt x="76200" y="0"/>
                </a:lnTo>
                <a:lnTo>
                  <a:pt x="76200" y="260997"/>
                </a:lnTo>
                <a:lnTo>
                  <a:pt x="0" y="260997"/>
                </a:lnTo>
                <a:lnTo>
                  <a:pt x="95250" y="451497"/>
                </a:lnTo>
                <a:lnTo>
                  <a:pt x="190500" y="260997"/>
                </a:lnTo>
                <a:lnTo>
                  <a:pt x="114300" y="260997"/>
                </a:lnTo>
                <a:lnTo>
                  <a:pt x="114300" y="0"/>
                </a:lnTo>
                <a:close/>
              </a:path>
            </a:pathLst>
          </a:custGeom>
          <a:solidFill>
            <a:srgbClr val="3D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3293352" y="5602290"/>
            <a:ext cx="2510155" cy="713505"/>
            <a:chOff x="5789104" y="4939747"/>
            <a:chExt cx="2510155" cy="713505"/>
          </a:xfrm>
        </p:grpSpPr>
        <p:sp>
          <p:nvSpPr>
            <p:cNvPr id="12" name="object 12"/>
            <p:cNvSpPr/>
            <p:nvPr/>
          </p:nvSpPr>
          <p:spPr>
            <a:xfrm>
              <a:off x="5789104" y="5008727"/>
              <a:ext cx="2510155" cy="644525"/>
            </a:xfrm>
            <a:custGeom>
              <a:avLst/>
              <a:gdLst/>
              <a:ahLst/>
              <a:cxnLst/>
              <a:rect l="l" t="t" r="r" b="b"/>
              <a:pathLst>
                <a:path w="2510154" h="644525">
                  <a:moveTo>
                    <a:pt x="0" y="107402"/>
                  </a:moveTo>
                  <a:lnTo>
                    <a:pt x="8440" y="65596"/>
                  </a:lnTo>
                  <a:lnTo>
                    <a:pt x="31457" y="31457"/>
                  </a:lnTo>
                  <a:lnTo>
                    <a:pt x="65596" y="8440"/>
                  </a:lnTo>
                  <a:lnTo>
                    <a:pt x="107402" y="0"/>
                  </a:lnTo>
                  <a:lnTo>
                    <a:pt x="2402401" y="0"/>
                  </a:lnTo>
                  <a:lnTo>
                    <a:pt x="2444204" y="8440"/>
                  </a:lnTo>
                  <a:lnTo>
                    <a:pt x="2478342" y="31457"/>
                  </a:lnTo>
                  <a:lnTo>
                    <a:pt x="2501360" y="65596"/>
                  </a:lnTo>
                  <a:lnTo>
                    <a:pt x="2509801" y="107402"/>
                  </a:lnTo>
                  <a:lnTo>
                    <a:pt x="2509801" y="536998"/>
                  </a:lnTo>
                  <a:lnTo>
                    <a:pt x="2501360" y="578803"/>
                  </a:lnTo>
                  <a:lnTo>
                    <a:pt x="2478342" y="612942"/>
                  </a:lnTo>
                  <a:lnTo>
                    <a:pt x="2444204" y="635960"/>
                  </a:lnTo>
                  <a:lnTo>
                    <a:pt x="2402401" y="644400"/>
                  </a:lnTo>
                  <a:lnTo>
                    <a:pt x="107402" y="644400"/>
                  </a:lnTo>
                  <a:lnTo>
                    <a:pt x="65596" y="635960"/>
                  </a:lnTo>
                  <a:lnTo>
                    <a:pt x="31457" y="612942"/>
                  </a:lnTo>
                  <a:lnTo>
                    <a:pt x="8440" y="578803"/>
                  </a:lnTo>
                  <a:lnTo>
                    <a:pt x="0" y="536998"/>
                  </a:lnTo>
                  <a:lnTo>
                    <a:pt x="0" y="107402"/>
                  </a:lnTo>
                  <a:close/>
                </a:path>
              </a:pathLst>
            </a:custGeom>
            <a:ln w="76200">
              <a:solidFill>
                <a:srgbClr val="93C4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 rot="1893818">
              <a:off x="6587773" y="4939747"/>
              <a:ext cx="958215" cy="694690"/>
            </a:xfrm>
            <a:custGeom>
              <a:avLst/>
              <a:gdLst/>
              <a:ahLst/>
              <a:cxnLst/>
              <a:rect l="l" t="t" r="r" b="b"/>
              <a:pathLst>
                <a:path w="958214" h="694689">
                  <a:moveTo>
                    <a:pt x="112464" y="516890"/>
                  </a:moveTo>
                  <a:lnTo>
                    <a:pt x="74206" y="516890"/>
                  </a:lnTo>
                  <a:lnTo>
                    <a:pt x="185788" y="693420"/>
                  </a:lnTo>
                  <a:lnTo>
                    <a:pt x="186448" y="694690"/>
                  </a:lnTo>
                  <a:lnTo>
                    <a:pt x="193319" y="694690"/>
                  </a:lnTo>
                  <a:lnTo>
                    <a:pt x="197218" y="692150"/>
                  </a:lnTo>
                  <a:lnTo>
                    <a:pt x="199453" y="690880"/>
                  </a:lnTo>
                  <a:lnTo>
                    <a:pt x="204597" y="688340"/>
                  </a:lnTo>
                  <a:lnTo>
                    <a:pt x="206692" y="687070"/>
                  </a:lnTo>
                  <a:lnTo>
                    <a:pt x="209829" y="683260"/>
                  </a:lnTo>
                  <a:lnTo>
                    <a:pt x="211023" y="681990"/>
                  </a:lnTo>
                  <a:lnTo>
                    <a:pt x="212661" y="680720"/>
                  </a:lnTo>
                  <a:lnTo>
                    <a:pt x="213080" y="679450"/>
                  </a:lnTo>
                  <a:lnTo>
                    <a:pt x="213131" y="678180"/>
                  </a:lnTo>
                  <a:lnTo>
                    <a:pt x="212877" y="676910"/>
                  </a:lnTo>
                  <a:lnTo>
                    <a:pt x="112464" y="516890"/>
                  </a:lnTo>
                  <a:close/>
                </a:path>
                <a:path w="958214" h="694689">
                  <a:moveTo>
                    <a:pt x="291801" y="434340"/>
                  </a:moveTo>
                  <a:lnTo>
                    <a:pt x="283928" y="435610"/>
                  </a:lnTo>
                  <a:lnTo>
                    <a:pt x="275882" y="435610"/>
                  </a:lnTo>
                  <a:lnTo>
                    <a:pt x="259310" y="440690"/>
                  </a:lnTo>
                  <a:lnTo>
                    <a:pt x="226079" y="462280"/>
                  </a:lnTo>
                  <a:lnTo>
                    <a:pt x="203499" y="497840"/>
                  </a:lnTo>
                  <a:lnTo>
                    <a:pt x="201168" y="523240"/>
                  </a:lnTo>
                  <a:lnTo>
                    <a:pt x="202172" y="530860"/>
                  </a:lnTo>
                  <a:lnTo>
                    <a:pt x="219608" y="574040"/>
                  </a:lnTo>
                  <a:lnTo>
                    <a:pt x="225371" y="582930"/>
                  </a:lnTo>
                  <a:lnTo>
                    <a:pt x="257649" y="613410"/>
                  </a:lnTo>
                  <a:lnTo>
                    <a:pt x="279644" y="622300"/>
                  </a:lnTo>
                  <a:lnTo>
                    <a:pt x="295227" y="622300"/>
                  </a:lnTo>
                  <a:lnTo>
                    <a:pt x="311484" y="619760"/>
                  </a:lnTo>
                  <a:lnTo>
                    <a:pt x="319843" y="617220"/>
                  </a:lnTo>
                  <a:lnTo>
                    <a:pt x="328354" y="612140"/>
                  </a:lnTo>
                  <a:lnTo>
                    <a:pt x="337019" y="607060"/>
                  </a:lnTo>
                  <a:lnTo>
                    <a:pt x="345497" y="601980"/>
                  </a:lnTo>
                  <a:lnTo>
                    <a:pt x="352967" y="595630"/>
                  </a:lnTo>
                  <a:lnTo>
                    <a:pt x="354261" y="594360"/>
                  </a:lnTo>
                  <a:lnTo>
                    <a:pt x="293458" y="594360"/>
                  </a:lnTo>
                  <a:lnTo>
                    <a:pt x="286486" y="593090"/>
                  </a:lnTo>
                  <a:lnTo>
                    <a:pt x="253409" y="566420"/>
                  </a:lnTo>
                  <a:lnTo>
                    <a:pt x="236472" y="537210"/>
                  </a:lnTo>
                  <a:lnTo>
                    <a:pt x="234314" y="532130"/>
                  </a:lnTo>
                  <a:lnTo>
                    <a:pt x="231762" y="523240"/>
                  </a:lnTo>
                  <a:lnTo>
                    <a:pt x="230708" y="516890"/>
                  </a:lnTo>
                  <a:lnTo>
                    <a:pt x="231571" y="501650"/>
                  </a:lnTo>
                  <a:lnTo>
                    <a:pt x="262978" y="467360"/>
                  </a:lnTo>
                  <a:lnTo>
                    <a:pt x="285750" y="463550"/>
                  </a:lnTo>
                  <a:lnTo>
                    <a:pt x="345410" y="463550"/>
                  </a:lnTo>
                  <a:lnTo>
                    <a:pt x="341669" y="459740"/>
                  </a:lnTo>
                  <a:lnTo>
                    <a:pt x="299502" y="435610"/>
                  </a:lnTo>
                  <a:lnTo>
                    <a:pt x="291801" y="434340"/>
                  </a:lnTo>
                  <a:close/>
                </a:path>
                <a:path w="958214" h="694689">
                  <a:moveTo>
                    <a:pt x="345410" y="463550"/>
                  </a:moveTo>
                  <a:lnTo>
                    <a:pt x="285750" y="463550"/>
                  </a:lnTo>
                  <a:lnTo>
                    <a:pt x="292722" y="464820"/>
                  </a:lnTo>
                  <a:lnTo>
                    <a:pt x="305688" y="471170"/>
                  </a:lnTo>
                  <a:lnTo>
                    <a:pt x="311785" y="474980"/>
                  </a:lnTo>
                  <a:lnTo>
                    <a:pt x="317500" y="481330"/>
                  </a:lnTo>
                  <a:lnTo>
                    <a:pt x="321693" y="486410"/>
                  </a:lnTo>
                  <a:lnTo>
                    <a:pt x="325721" y="490220"/>
                  </a:lnTo>
                  <a:lnTo>
                    <a:pt x="329585" y="496570"/>
                  </a:lnTo>
                  <a:lnTo>
                    <a:pt x="333286" y="501650"/>
                  </a:lnTo>
                  <a:lnTo>
                    <a:pt x="336905" y="508000"/>
                  </a:lnTo>
                  <a:lnTo>
                    <a:pt x="340050" y="514350"/>
                  </a:lnTo>
                  <a:lnTo>
                    <a:pt x="342721" y="519430"/>
                  </a:lnTo>
                  <a:lnTo>
                    <a:pt x="344919" y="525780"/>
                  </a:lnTo>
                  <a:lnTo>
                    <a:pt x="347522" y="533400"/>
                  </a:lnTo>
                  <a:lnTo>
                    <a:pt x="348411" y="539750"/>
                  </a:lnTo>
                  <a:lnTo>
                    <a:pt x="348504" y="542290"/>
                  </a:lnTo>
                  <a:lnTo>
                    <a:pt x="347649" y="554990"/>
                  </a:lnTo>
                  <a:lnTo>
                    <a:pt x="316229" y="590550"/>
                  </a:lnTo>
                  <a:lnTo>
                    <a:pt x="293458" y="594360"/>
                  </a:lnTo>
                  <a:lnTo>
                    <a:pt x="354261" y="594360"/>
                  </a:lnTo>
                  <a:lnTo>
                    <a:pt x="375554" y="558800"/>
                  </a:lnTo>
                  <a:lnTo>
                    <a:pt x="378012" y="543560"/>
                  </a:lnTo>
                  <a:lnTo>
                    <a:pt x="377909" y="534670"/>
                  </a:lnTo>
                  <a:lnTo>
                    <a:pt x="364653" y="491490"/>
                  </a:lnTo>
                  <a:lnTo>
                    <a:pt x="347903" y="466090"/>
                  </a:lnTo>
                  <a:lnTo>
                    <a:pt x="345410" y="463550"/>
                  </a:lnTo>
                  <a:close/>
                </a:path>
                <a:path w="958214" h="694689">
                  <a:moveTo>
                    <a:pt x="148831" y="439420"/>
                  </a:moveTo>
                  <a:lnTo>
                    <a:pt x="145034" y="439420"/>
                  </a:lnTo>
                  <a:lnTo>
                    <a:pt x="1587" y="529590"/>
                  </a:lnTo>
                  <a:lnTo>
                    <a:pt x="952" y="530860"/>
                  </a:lnTo>
                  <a:lnTo>
                    <a:pt x="114" y="532130"/>
                  </a:lnTo>
                  <a:lnTo>
                    <a:pt x="3136" y="542290"/>
                  </a:lnTo>
                  <a:lnTo>
                    <a:pt x="5638" y="546100"/>
                  </a:lnTo>
                  <a:lnTo>
                    <a:pt x="6858" y="548640"/>
                  </a:lnTo>
                  <a:lnTo>
                    <a:pt x="9232" y="551180"/>
                  </a:lnTo>
                  <a:lnTo>
                    <a:pt x="10325" y="551180"/>
                  </a:lnTo>
                  <a:lnTo>
                    <a:pt x="12280" y="552450"/>
                  </a:lnTo>
                  <a:lnTo>
                    <a:pt x="13246" y="553720"/>
                  </a:lnTo>
                  <a:lnTo>
                    <a:pt x="15138" y="553720"/>
                  </a:lnTo>
                  <a:lnTo>
                    <a:pt x="16027" y="552450"/>
                  </a:lnTo>
                  <a:lnTo>
                    <a:pt x="74206" y="516890"/>
                  </a:lnTo>
                  <a:lnTo>
                    <a:pt x="112464" y="516890"/>
                  </a:lnTo>
                  <a:lnTo>
                    <a:pt x="101307" y="499110"/>
                  </a:lnTo>
                  <a:lnTo>
                    <a:pt x="159486" y="462280"/>
                  </a:lnTo>
                  <a:lnTo>
                    <a:pt x="160108" y="462280"/>
                  </a:lnTo>
                  <a:lnTo>
                    <a:pt x="160947" y="461010"/>
                  </a:lnTo>
                  <a:lnTo>
                    <a:pt x="160934" y="457200"/>
                  </a:lnTo>
                  <a:lnTo>
                    <a:pt x="160540" y="455930"/>
                  </a:lnTo>
                  <a:lnTo>
                    <a:pt x="159105" y="452120"/>
                  </a:lnTo>
                  <a:lnTo>
                    <a:pt x="158127" y="450850"/>
                  </a:lnTo>
                  <a:lnTo>
                    <a:pt x="156870" y="448310"/>
                  </a:lnTo>
                  <a:lnTo>
                    <a:pt x="155625" y="447040"/>
                  </a:lnTo>
                  <a:lnTo>
                    <a:pt x="154406" y="444500"/>
                  </a:lnTo>
                  <a:lnTo>
                    <a:pt x="152082" y="441960"/>
                  </a:lnTo>
                  <a:lnTo>
                    <a:pt x="150964" y="440690"/>
                  </a:lnTo>
                  <a:lnTo>
                    <a:pt x="148831" y="439420"/>
                  </a:lnTo>
                  <a:close/>
                </a:path>
                <a:path w="958214" h="694689">
                  <a:moveTo>
                    <a:pt x="443268" y="340360"/>
                  </a:moveTo>
                  <a:lnTo>
                    <a:pt x="428790" y="340360"/>
                  </a:lnTo>
                  <a:lnTo>
                    <a:pt x="415377" y="342900"/>
                  </a:lnTo>
                  <a:lnTo>
                    <a:pt x="384136" y="365760"/>
                  </a:lnTo>
                  <a:lnTo>
                    <a:pt x="379742" y="370840"/>
                  </a:lnTo>
                  <a:lnTo>
                    <a:pt x="370458" y="407670"/>
                  </a:lnTo>
                  <a:lnTo>
                    <a:pt x="371084" y="415290"/>
                  </a:lnTo>
                  <a:lnTo>
                    <a:pt x="386210" y="458470"/>
                  </a:lnTo>
                  <a:lnTo>
                    <a:pt x="401821" y="481330"/>
                  </a:lnTo>
                  <a:lnTo>
                    <a:pt x="407364" y="488950"/>
                  </a:lnTo>
                  <a:lnTo>
                    <a:pt x="413181" y="494030"/>
                  </a:lnTo>
                  <a:lnTo>
                    <a:pt x="419223" y="500380"/>
                  </a:lnTo>
                  <a:lnTo>
                    <a:pt x="425442" y="505460"/>
                  </a:lnTo>
                  <a:lnTo>
                    <a:pt x="431839" y="509270"/>
                  </a:lnTo>
                  <a:lnTo>
                    <a:pt x="438416" y="513080"/>
                  </a:lnTo>
                  <a:lnTo>
                    <a:pt x="445179" y="515620"/>
                  </a:lnTo>
                  <a:lnTo>
                    <a:pt x="459271" y="518160"/>
                  </a:lnTo>
                  <a:lnTo>
                    <a:pt x="466598" y="518160"/>
                  </a:lnTo>
                  <a:lnTo>
                    <a:pt x="503782" y="501650"/>
                  </a:lnTo>
                  <a:lnTo>
                    <a:pt x="516567" y="487680"/>
                  </a:lnTo>
                  <a:lnTo>
                    <a:pt x="461086" y="487680"/>
                  </a:lnTo>
                  <a:lnTo>
                    <a:pt x="454787" y="485140"/>
                  </a:lnTo>
                  <a:lnTo>
                    <a:pt x="421208" y="454660"/>
                  </a:lnTo>
                  <a:lnTo>
                    <a:pt x="403440" y="419100"/>
                  </a:lnTo>
                  <a:lnTo>
                    <a:pt x="401193" y="397510"/>
                  </a:lnTo>
                  <a:lnTo>
                    <a:pt x="402336" y="391160"/>
                  </a:lnTo>
                  <a:lnTo>
                    <a:pt x="436870" y="364490"/>
                  </a:lnTo>
                  <a:lnTo>
                    <a:pt x="508863" y="364490"/>
                  </a:lnTo>
                  <a:lnTo>
                    <a:pt x="495316" y="342900"/>
                  </a:lnTo>
                  <a:lnTo>
                    <a:pt x="459232" y="342900"/>
                  </a:lnTo>
                  <a:lnTo>
                    <a:pt x="443268" y="340360"/>
                  </a:lnTo>
                  <a:close/>
                </a:path>
                <a:path w="958214" h="694689">
                  <a:moveTo>
                    <a:pt x="508863" y="364490"/>
                  </a:moveTo>
                  <a:lnTo>
                    <a:pt x="451090" y="364490"/>
                  </a:lnTo>
                  <a:lnTo>
                    <a:pt x="459031" y="365760"/>
                  </a:lnTo>
                  <a:lnTo>
                    <a:pt x="467549" y="368300"/>
                  </a:lnTo>
                  <a:lnTo>
                    <a:pt x="476643" y="370840"/>
                  </a:lnTo>
                  <a:lnTo>
                    <a:pt x="512279" y="427990"/>
                  </a:lnTo>
                  <a:lnTo>
                    <a:pt x="511416" y="435610"/>
                  </a:lnTo>
                  <a:lnTo>
                    <a:pt x="494144" y="477520"/>
                  </a:lnTo>
                  <a:lnTo>
                    <a:pt x="474129" y="487680"/>
                  </a:lnTo>
                  <a:lnTo>
                    <a:pt x="516567" y="487680"/>
                  </a:lnTo>
                  <a:lnTo>
                    <a:pt x="530517" y="450850"/>
                  </a:lnTo>
                  <a:lnTo>
                    <a:pt x="563051" y="450850"/>
                  </a:lnTo>
                  <a:lnTo>
                    <a:pt x="508863" y="364490"/>
                  </a:lnTo>
                  <a:close/>
                </a:path>
                <a:path w="958214" h="694689">
                  <a:moveTo>
                    <a:pt x="563051" y="450850"/>
                  </a:moveTo>
                  <a:lnTo>
                    <a:pt x="530517" y="450850"/>
                  </a:lnTo>
                  <a:lnTo>
                    <a:pt x="542823" y="469900"/>
                  </a:lnTo>
                  <a:lnTo>
                    <a:pt x="543496" y="469900"/>
                  </a:lnTo>
                  <a:lnTo>
                    <a:pt x="545122" y="471170"/>
                  </a:lnTo>
                  <a:lnTo>
                    <a:pt x="548474" y="471170"/>
                  </a:lnTo>
                  <a:lnTo>
                    <a:pt x="549859" y="469900"/>
                  </a:lnTo>
                  <a:lnTo>
                    <a:pt x="553059" y="468630"/>
                  </a:lnTo>
                  <a:lnTo>
                    <a:pt x="554964" y="467360"/>
                  </a:lnTo>
                  <a:lnTo>
                    <a:pt x="559269" y="464820"/>
                  </a:lnTo>
                  <a:lnTo>
                    <a:pt x="560997" y="463550"/>
                  </a:lnTo>
                  <a:lnTo>
                    <a:pt x="563664" y="462280"/>
                  </a:lnTo>
                  <a:lnTo>
                    <a:pt x="564667" y="461010"/>
                  </a:lnTo>
                  <a:lnTo>
                    <a:pt x="565988" y="458470"/>
                  </a:lnTo>
                  <a:lnTo>
                    <a:pt x="566305" y="458470"/>
                  </a:lnTo>
                  <a:lnTo>
                    <a:pt x="566254" y="455930"/>
                  </a:lnTo>
                  <a:lnTo>
                    <a:pt x="565975" y="454660"/>
                  </a:lnTo>
                  <a:lnTo>
                    <a:pt x="565442" y="454660"/>
                  </a:lnTo>
                  <a:lnTo>
                    <a:pt x="563051" y="450850"/>
                  </a:lnTo>
                  <a:close/>
                </a:path>
                <a:path w="958214" h="694689">
                  <a:moveTo>
                    <a:pt x="657666" y="257810"/>
                  </a:moveTo>
                  <a:lnTo>
                    <a:pt x="607720" y="257810"/>
                  </a:lnTo>
                  <a:lnTo>
                    <a:pt x="616356" y="260350"/>
                  </a:lnTo>
                  <a:lnTo>
                    <a:pt x="620420" y="261620"/>
                  </a:lnTo>
                  <a:lnTo>
                    <a:pt x="628002" y="269240"/>
                  </a:lnTo>
                  <a:lnTo>
                    <a:pt x="631621" y="273050"/>
                  </a:lnTo>
                  <a:lnTo>
                    <a:pt x="641972" y="289560"/>
                  </a:lnTo>
                  <a:lnTo>
                    <a:pt x="622439" y="302260"/>
                  </a:lnTo>
                  <a:lnTo>
                    <a:pt x="614493" y="307340"/>
                  </a:lnTo>
                  <a:lnTo>
                    <a:pt x="607188" y="312420"/>
                  </a:lnTo>
                  <a:lnTo>
                    <a:pt x="600524" y="318770"/>
                  </a:lnTo>
                  <a:lnTo>
                    <a:pt x="594499" y="323850"/>
                  </a:lnTo>
                  <a:lnTo>
                    <a:pt x="589173" y="330200"/>
                  </a:lnTo>
                  <a:lnTo>
                    <a:pt x="584585" y="335280"/>
                  </a:lnTo>
                  <a:lnTo>
                    <a:pt x="580739" y="341630"/>
                  </a:lnTo>
                  <a:lnTo>
                    <a:pt x="577634" y="346710"/>
                  </a:lnTo>
                  <a:lnTo>
                    <a:pt x="573976" y="354330"/>
                  </a:lnTo>
                  <a:lnTo>
                    <a:pt x="572376" y="361950"/>
                  </a:lnTo>
                  <a:lnTo>
                    <a:pt x="573252" y="378460"/>
                  </a:lnTo>
                  <a:lnTo>
                    <a:pt x="601751" y="414020"/>
                  </a:lnTo>
                  <a:lnTo>
                    <a:pt x="621017" y="419100"/>
                  </a:lnTo>
                  <a:lnTo>
                    <a:pt x="627926" y="417830"/>
                  </a:lnTo>
                  <a:lnTo>
                    <a:pt x="642442" y="414020"/>
                  </a:lnTo>
                  <a:lnTo>
                    <a:pt x="649808" y="411480"/>
                  </a:lnTo>
                  <a:lnTo>
                    <a:pt x="657263" y="406400"/>
                  </a:lnTo>
                  <a:lnTo>
                    <a:pt x="663342" y="402590"/>
                  </a:lnTo>
                  <a:lnTo>
                    <a:pt x="668820" y="397510"/>
                  </a:lnTo>
                  <a:lnTo>
                    <a:pt x="673697" y="391160"/>
                  </a:lnTo>
                  <a:lnTo>
                    <a:pt x="632282" y="391160"/>
                  </a:lnTo>
                  <a:lnTo>
                    <a:pt x="617461" y="387350"/>
                  </a:lnTo>
                  <a:lnTo>
                    <a:pt x="611441" y="383540"/>
                  </a:lnTo>
                  <a:lnTo>
                    <a:pt x="604113" y="372110"/>
                  </a:lnTo>
                  <a:lnTo>
                    <a:pt x="602538" y="367030"/>
                  </a:lnTo>
                  <a:lnTo>
                    <a:pt x="601637" y="359410"/>
                  </a:lnTo>
                  <a:lnTo>
                    <a:pt x="602399" y="354330"/>
                  </a:lnTo>
                  <a:lnTo>
                    <a:pt x="606361" y="345440"/>
                  </a:lnTo>
                  <a:lnTo>
                    <a:pt x="609600" y="340360"/>
                  </a:lnTo>
                  <a:lnTo>
                    <a:pt x="618591" y="331470"/>
                  </a:lnTo>
                  <a:lnTo>
                    <a:pt x="653757" y="308610"/>
                  </a:lnTo>
                  <a:lnTo>
                    <a:pt x="689831" y="308610"/>
                  </a:lnTo>
                  <a:lnTo>
                    <a:pt x="660196" y="261620"/>
                  </a:lnTo>
                  <a:lnTo>
                    <a:pt x="657666" y="257810"/>
                  </a:lnTo>
                  <a:close/>
                </a:path>
                <a:path w="958214" h="694689">
                  <a:moveTo>
                    <a:pt x="689831" y="308610"/>
                  </a:moveTo>
                  <a:lnTo>
                    <a:pt x="653757" y="308610"/>
                  </a:lnTo>
                  <a:lnTo>
                    <a:pt x="672655" y="339090"/>
                  </a:lnTo>
                  <a:lnTo>
                    <a:pt x="671055" y="346710"/>
                  </a:lnTo>
                  <a:lnTo>
                    <a:pt x="640181" y="388620"/>
                  </a:lnTo>
                  <a:lnTo>
                    <a:pt x="632282" y="391160"/>
                  </a:lnTo>
                  <a:lnTo>
                    <a:pt x="673697" y="391160"/>
                  </a:lnTo>
                  <a:lnTo>
                    <a:pt x="688987" y="356870"/>
                  </a:lnTo>
                  <a:lnTo>
                    <a:pt x="720267" y="356870"/>
                  </a:lnTo>
                  <a:lnTo>
                    <a:pt x="689831" y="308610"/>
                  </a:lnTo>
                  <a:close/>
                </a:path>
                <a:path w="958214" h="694689">
                  <a:moveTo>
                    <a:pt x="678980" y="181610"/>
                  </a:moveTo>
                  <a:lnTo>
                    <a:pt x="675208" y="181610"/>
                  </a:lnTo>
                  <a:lnTo>
                    <a:pt x="673608" y="182880"/>
                  </a:lnTo>
                  <a:lnTo>
                    <a:pt x="669836" y="184150"/>
                  </a:lnTo>
                  <a:lnTo>
                    <a:pt x="667321" y="185420"/>
                  </a:lnTo>
                  <a:lnTo>
                    <a:pt x="661022" y="189230"/>
                  </a:lnTo>
                  <a:lnTo>
                    <a:pt x="658583" y="191770"/>
                  </a:lnTo>
                  <a:lnTo>
                    <a:pt x="655129" y="194310"/>
                  </a:lnTo>
                  <a:lnTo>
                    <a:pt x="654088" y="195580"/>
                  </a:lnTo>
                  <a:lnTo>
                    <a:pt x="653326" y="198120"/>
                  </a:lnTo>
                  <a:lnTo>
                    <a:pt x="653529" y="199390"/>
                  </a:lnTo>
                  <a:lnTo>
                    <a:pt x="655116" y="201930"/>
                  </a:lnTo>
                  <a:lnTo>
                    <a:pt x="656628" y="203200"/>
                  </a:lnTo>
                  <a:lnTo>
                    <a:pt x="794524" y="308610"/>
                  </a:lnTo>
                  <a:lnTo>
                    <a:pt x="795502" y="309880"/>
                  </a:lnTo>
                  <a:lnTo>
                    <a:pt x="796709" y="309880"/>
                  </a:lnTo>
                  <a:lnTo>
                    <a:pt x="799579" y="311150"/>
                  </a:lnTo>
                  <a:lnTo>
                    <a:pt x="802106" y="311150"/>
                  </a:lnTo>
                  <a:lnTo>
                    <a:pt x="813549" y="373380"/>
                  </a:lnTo>
                  <a:lnTo>
                    <a:pt x="813841" y="374650"/>
                  </a:lnTo>
                  <a:lnTo>
                    <a:pt x="814374" y="375920"/>
                  </a:lnTo>
                  <a:lnTo>
                    <a:pt x="815898" y="378460"/>
                  </a:lnTo>
                  <a:lnTo>
                    <a:pt x="821080" y="378460"/>
                  </a:lnTo>
                  <a:lnTo>
                    <a:pt x="824763" y="377190"/>
                  </a:lnTo>
                  <a:lnTo>
                    <a:pt x="827049" y="375920"/>
                  </a:lnTo>
                  <a:lnTo>
                    <a:pt x="835037" y="370840"/>
                  </a:lnTo>
                  <a:lnTo>
                    <a:pt x="838669" y="367030"/>
                  </a:lnTo>
                  <a:lnTo>
                    <a:pt x="842695" y="363220"/>
                  </a:lnTo>
                  <a:lnTo>
                    <a:pt x="843483" y="360680"/>
                  </a:lnTo>
                  <a:lnTo>
                    <a:pt x="843064" y="358140"/>
                  </a:lnTo>
                  <a:lnTo>
                    <a:pt x="824483" y="273050"/>
                  </a:lnTo>
                  <a:lnTo>
                    <a:pt x="795413" y="273050"/>
                  </a:lnTo>
                  <a:lnTo>
                    <a:pt x="683475" y="184150"/>
                  </a:lnTo>
                  <a:lnTo>
                    <a:pt x="682091" y="182880"/>
                  </a:lnTo>
                  <a:lnTo>
                    <a:pt x="680910" y="182880"/>
                  </a:lnTo>
                  <a:lnTo>
                    <a:pt x="678980" y="181610"/>
                  </a:lnTo>
                  <a:close/>
                </a:path>
                <a:path w="958214" h="694689">
                  <a:moveTo>
                    <a:pt x="720267" y="356870"/>
                  </a:moveTo>
                  <a:lnTo>
                    <a:pt x="688987" y="356870"/>
                  </a:lnTo>
                  <a:lnTo>
                    <a:pt x="698690" y="372110"/>
                  </a:lnTo>
                  <a:lnTo>
                    <a:pt x="699655" y="373380"/>
                  </a:lnTo>
                  <a:lnTo>
                    <a:pt x="703389" y="373380"/>
                  </a:lnTo>
                  <a:lnTo>
                    <a:pt x="707047" y="372110"/>
                  </a:lnTo>
                  <a:lnTo>
                    <a:pt x="709320" y="370840"/>
                  </a:lnTo>
                  <a:lnTo>
                    <a:pt x="714883" y="367030"/>
                  </a:lnTo>
                  <a:lnTo>
                    <a:pt x="716940" y="365760"/>
                  </a:lnTo>
                  <a:lnTo>
                    <a:pt x="719480" y="363220"/>
                  </a:lnTo>
                  <a:lnTo>
                    <a:pt x="720344" y="361950"/>
                  </a:lnTo>
                  <a:lnTo>
                    <a:pt x="721233" y="359410"/>
                  </a:lnTo>
                  <a:lnTo>
                    <a:pt x="721055" y="358140"/>
                  </a:lnTo>
                  <a:lnTo>
                    <a:pt x="720267" y="356870"/>
                  </a:lnTo>
                  <a:close/>
                </a:path>
                <a:path w="958214" h="694689">
                  <a:moveTo>
                    <a:pt x="430669" y="242570"/>
                  </a:moveTo>
                  <a:lnTo>
                    <a:pt x="427278" y="242570"/>
                  </a:lnTo>
                  <a:lnTo>
                    <a:pt x="425767" y="243840"/>
                  </a:lnTo>
                  <a:lnTo>
                    <a:pt x="422084" y="245110"/>
                  </a:lnTo>
                  <a:lnTo>
                    <a:pt x="419849" y="246380"/>
                  </a:lnTo>
                  <a:lnTo>
                    <a:pt x="414693" y="248920"/>
                  </a:lnTo>
                  <a:lnTo>
                    <a:pt x="412711" y="251460"/>
                  </a:lnTo>
                  <a:lnTo>
                    <a:pt x="409778" y="254000"/>
                  </a:lnTo>
                  <a:lnTo>
                    <a:pt x="408635" y="255270"/>
                  </a:lnTo>
                  <a:lnTo>
                    <a:pt x="407009" y="256540"/>
                  </a:lnTo>
                  <a:lnTo>
                    <a:pt x="406628" y="257810"/>
                  </a:lnTo>
                  <a:lnTo>
                    <a:pt x="406742" y="259080"/>
                  </a:lnTo>
                  <a:lnTo>
                    <a:pt x="407009" y="260350"/>
                  </a:lnTo>
                  <a:lnTo>
                    <a:pt x="459232" y="342900"/>
                  </a:lnTo>
                  <a:lnTo>
                    <a:pt x="495316" y="342900"/>
                  </a:lnTo>
                  <a:lnTo>
                    <a:pt x="433158" y="243840"/>
                  </a:lnTo>
                  <a:lnTo>
                    <a:pt x="432473" y="243840"/>
                  </a:lnTo>
                  <a:lnTo>
                    <a:pt x="430669" y="242570"/>
                  </a:lnTo>
                  <a:close/>
                </a:path>
                <a:path w="958214" h="694689">
                  <a:moveTo>
                    <a:pt x="615378" y="228600"/>
                  </a:moveTo>
                  <a:lnTo>
                    <a:pt x="607479" y="228600"/>
                  </a:lnTo>
                  <a:lnTo>
                    <a:pt x="598893" y="231140"/>
                  </a:lnTo>
                  <a:lnTo>
                    <a:pt x="592297" y="232410"/>
                  </a:lnTo>
                  <a:lnTo>
                    <a:pt x="585404" y="234950"/>
                  </a:lnTo>
                  <a:lnTo>
                    <a:pt x="578214" y="238760"/>
                  </a:lnTo>
                  <a:lnTo>
                    <a:pt x="570725" y="243840"/>
                  </a:lnTo>
                  <a:lnTo>
                    <a:pt x="565264" y="246380"/>
                  </a:lnTo>
                  <a:lnTo>
                    <a:pt x="560158" y="251460"/>
                  </a:lnTo>
                  <a:lnTo>
                    <a:pt x="550710" y="259080"/>
                  </a:lnTo>
                  <a:lnTo>
                    <a:pt x="546557" y="264160"/>
                  </a:lnTo>
                  <a:lnTo>
                    <a:pt x="529336" y="292100"/>
                  </a:lnTo>
                  <a:lnTo>
                    <a:pt x="529348" y="294640"/>
                  </a:lnTo>
                  <a:lnTo>
                    <a:pt x="530529" y="298450"/>
                  </a:lnTo>
                  <a:lnTo>
                    <a:pt x="531647" y="299720"/>
                  </a:lnTo>
                  <a:lnTo>
                    <a:pt x="534288" y="304800"/>
                  </a:lnTo>
                  <a:lnTo>
                    <a:pt x="535292" y="306070"/>
                  </a:lnTo>
                  <a:lnTo>
                    <a:pt x="537362" y="308610"/>
                  </a:lnTo>
                  <a:lnTo>
                    <a:pt x="538378" y="308610"/>
                  </a:lnTo>
                  <a:lnTo>
                    <a:pt x="540385" y="309880"/>
                  </a:lnTo>
                  <a:lnTo>
                    <a:pt x="543979" y="309880"/>
                  </a:lnTo>
                  <a:lnTo>
                    <a:pt x="546087" y="308610"/>
                  </a:lnTo>
                  <a:lnTo>
                    <a:pt x="547522" y="307340"/>
                  </a:lnTo>
                  <a:lnTo>
                    <a:pt x="550760" y="300990"/>
                  </a:lnTo>
                  <a:lnTo>
                    <a:pt x="552907" y="297180"/>
                  </a:lnTo>
                  <a:lnTo>
                    <a:pt x="558266" y="288290"/>
                  </a:lnTo>
                  <a:lnTo>
                    <a:pt x="561670" y="284480"/>
                  </a:lnTo>
                  <a:lnTo>
                    <a:pt x="569937" y="274320"/>
                  </a:lnTo>
                  <a:lnTo>
                    <a:pt x="575208" y="270510"/>
                  </a:lnTo>
                  <a:lnTo>
                    <a:pt x="587603" y="262890"/>
                  </a:lnTo>
                  <a:lnTo>
                    <a:pt x="593089" y="260350"/>
                  </a:lnTo>
                  <a:lnTo>
                    <a:pt x="603059" y="257810"/>
                  </a:lnTo>
                  <a:lnTo>
                    <a:pt x="657666" y="257810"/>
                  </a:lnTo>
                  <a:lnTo>
                    <a:pt x="655979" y="255270"/>
                  </a:lnTo>
                  <a:lnTo>
                    <a:pt x="629818" y="231140"/>
                  </a:lnTo>
                  <a:lnTo>
                    <a:pt x="615378" y="228600"/>
                  </a:lnTo>
                  <a:close/>
                </a:path>
                <a:path w="958214" h="694689">
                  <a:moveTo>
                    <a:pt x="784910" y="113030"/>
                  </a:moveTo>
                  <a:lnTo>
                    <a:pt x="783196" y="114300"/>
                  </a:lnTo>
                  <a:lnTo>
                    <a:pt x="779094" y="115570"/>
                  </a:lnTo>
                  <a:lnTo>
                    <a:pt x="776592" y="116840"/>
                  </a:lnTo>
                  <a:lnTo>
                    <a:pt x="770293" y="120650"/>
                  </a:lnTo>
                  <a:lnTo>
                    <a:pt x="767803" y="123190"/>
                  </a:lnTo>
                  <a:lnTo>
                    <a:pt x="764565" y="125730"/>
                  </a:lnTo>
                  <a:lnTo>
                    <a:pt x="763485" y="127000"/>
                  </a:lnTo>
                  <a:lnTo>
                    <a:pt x="762431" y="129540"/>
                  </a:lnTo>
                  <a:lnTo>
                    <a:pt x="762469" y="130810"/>
                  </a:lnTo>
                  <a:lnTo>
                    <a:pt x="763092" y="133350"/>
                  </a:lnTo>
                  <a:lnTo>
                    <a:pt x="795883" y="271780"/>
                  </a:lnTo>
                  <a:lnTo>
                    <a:pt x="795413" y="273050"/>
                  </a:lnTo>
                  <a:lnTo>
                    <a:pt x="824483" y="273050"/>
                  </a:lnTo>
                  <a:lnTo>
                    <a:pt x="790943" y="119380"/>
                  </a:lnTo>
                  <a:lnTo>
                    <a:pt x="790270" y="116840"/>
                  </a:lnTo>
                  <a:lnTo>
                    <a:pt x="788682" y="114300"/>
                  </a:lnTo>
                  <a:lnTo>
                    <a:pt x="787615" y="114300"/>
                  </a:lnTo>
                  <a:lnTo>
                    <a:pt x="784910" y="113030"/>
                  </a:lnTo>
                  <a:close/>
                </a:path>
                <a:path w="958214" h="694689">
                  <a:moveTo>
                    <a:pt x="937247" y="181610"/>
                  </a:moveTo>
                  <a:lnTo>
                    <a:pt x="934948" y="181610"/>
                  </a:lnTo>
                  <a:lnTo>
                    <a:pt x="930021" y="182880"/>
                  </a:lnTo>
                  <a:lnTo>
                    <a:pt x="927150" y="185420"/>
                  </a:lnTo>
                  <a:lnTo>
                    <a:pt x="920648" y="189230"/>
                  </a:lnTo>
                  <a:lnTo>
                    <a:pt x="918121" y="190500"/>
                  </a:lnTo>
                  <a:lnTo>
                    <a:pt x="914539" y="194310"/>
                  </a:lnTo>
                  <a:lnTo>
                    <a:pt x="913434" y="196850"/>
                  </a:lnTo>
                  <a:lnTo>
                    <a:pt x="912558" y="200660"/>
                  </a:lnTo>
                  <a:lnTo>
                    <a:pt x="912850" y="203200"/>
                  </a:lnTo>
                  <a:lnTo>
                    <a:pt x="932954" y="227330"/>
                  </a:lnTo>
                  <a:lnTo>
                    <a:pt x="935291" y="227330"/>
                  </a:lnTo>
                  <a:lnTo>
                    <a:pt x="957618" y="208280"/>
                  </a:lnTo>
                  <a:lnTo>
                    <a:pt x="957351" y="205740"/>
                  </a:lnTo>
                  <a:lnTo>
                    <a:pt x="955459" y="200660"/>
                  </a:lnTo>
                  <a:lnTo>
                    <a:pt x="953897" y="198120"/>
                  </a:lnTo>
                  <a:lnTo>
                    <a:pt x="949540" y="190500"/>
                  </a:lnTo>
                  <a:lnTo>
                    <a:pt x="947483" y="187960"/>
                  </a:lnTo>
                  <a:lnTo>
                    <a:pt x="943559" y="184150"/>
                  </a:lnTo>
                  <a:lnTo>
                    <a:pt x="941514" y="182880"/>
                  </a:lnTo>
                  <a:lnTo>
                    <a:pt x="937247" y="181610"/>
                  </a:lnTo>
                  <a:close/>
                </a:path>
                <a:path w="958214" h="694689">
                  <a:moveTo>
                    <a:pt x="903008" y="171450"/>
                  </a:moveTo>
                  <a:lnTo>
                    <a:pt x="899604" y="171450"/>
                  </a:lnTo>
                  <a:lnTo>
                    <a:pt x="900595" y="172720"/>
                  </a:lnTo>
                  <a:lnTo>
                    <a:pt x="903008" y="171450"/>
                  </a:lnTo>
                  <a:close/>
                </a:path>
                <a:path w="958214" h="694689">
                  <a:moveTo>
                    <a:pt x="824839" y="0"/>
                  </a:moveTo>
                  <a:lnTo>
                    <a:pt x="818832" y="0"/>
                  </a:lnTo>
                  <a:lnTo>
                    <a:pt x="814755" y="1270"/>
                  </a:lnTo>
                  <a:lnTo>
                    <a:pt x="812330" y="2540"/>
                  </a:lnTo>
                  <a:lnTo>
                    <a:pt x="806551" y="6350"/>
                  </a:lnTo>
                  <a:lnTo>
                    <a:pt x="804240" y="7620"/>
                  </a:lnTo>
                  <a:lnTo>
                    <a:pt x="800900" y="11430"/>
                  </a:lnTo>
                  <a:lnTo>
                    <a:pt x="799706" y="12700"/>
                  </a:lnTo>
                  <a:lnTo>
                    <a:pt x="798296" y="15240"/>
                  </a:lnTo>
                  <a:lnTo>
                    <a:pt x="798029" y="16510"/>
                  </a:lnTo>
                  <a:lnTo>
                    <a:pt x="798372" y="19050"/>
                  </a:lnTo>
                  <a:lnTo>
                    <a:pt x="798906" y="20320"/>
                  </a:lnTo>
                  <a:lnTo>
                    <a:pt x="799807" y="21590"/>
                  </a:lnTo>
                  <a:lnTo>
                    <a:pt x="896899" y="170180"/>
                  </a:lnTo>
                  <a:lnTo>
                    <a:pt x="897432" y="170180"/>
                  </a:lnTo>
                  <a:lnTo>
                    <a:pt x="898080" y="171450"/>
                  </a:lnTo>
                  <a:lnTo>
                    <a:pt x="904417" y="171450"/>
                  </a:lnTo>
                  <a:lnTo>
                    <a:pt x="907618" y="170180"/>
                  </a:lnTo>
                  <a:lnTo>
                    <a:pt x="909523" y="168910"/>
                  </a:lnTo>
                  <a:lnTo>
                    <a:pt x="913930" y="166370"/>
                  </a:lnTo>
                  <a:lnTo>
                    <a:pt x="915708" y="165100"/>
                  </a:lnTo>
                  <a:lnTo>
                    <a:pt x="918375" y="162560"/>
                  </a:lnTo>
                  <a:lnTo>
                    <a:pt x="919391" y="161290"/>
                  </a:lnTo>
                  <a:lnTo>
                    <a:pt x="920750" y="160020"/>
                  </a:lnTo>
                  <a:lnTo>
                    <a:pt x="921080" y="158750"/>
                  </a:lnTo>
                  <a:lnTo>
                    <a:pt x="921016" y="156210"/>
                  </a:lnTo>
                  <a:lnTo>
                    <a:pt x="920750" y="156210"/>
                  </a:lnTo>
                  <a:lnTo>
                    <a:pt x="920216" y="154940"/>
                  </a:lnTo>
                  <a:lnTo>
                    <a:pt x="828471" y="2540"/>
                  </a:lnTo>
                  <a:lnTo>
                    <a:pt x="827684" y="1270"/>
                  </a:lnTo>
                  <a:lnTo>
                    <a:pt x="826795" y="1270"/>
                  </a:lnTo>
                  <a:lnTo>
                    <a:pt x="824839" y="0"/>
                  </a:lnTo>
                  <a:close/>
                </a:path>
              </a:pathLst>
            </a:custGeom>
            <a:solidFill>
              <a:srgbClr val="CC4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45249"/>
            <a:ext cx="7886700" cy="56531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 marR="4483">
              <a:lnSpc>
                <a:spcPct val="100000"/>
              </a:lnSpc>
              <a:spcBef>
                <a:spcPts val="88"/>
              </a:spcBef>
            </a:pPr>
            <a:r>
              <a:rPr sz="3600" b="1" spc="-4" dirty="0"/>
              <a:t>Motivation: Large </a:t>
            </a:r>
            <a:r>
              <a:rPr sz="3600" b="1" dirty="0"/>
              <a:t>Scale Data </a:t>
            </a:r>
            <a:r>
              <a:rPr sz="3600" b="1" spc="-4" dirty="0"/>
              <a:t>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7105C-128B-4B34-9A7A-C011D0EA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process lots of data ( &gt; 1 TB)</a:t>
            </a:r>
          </a:p>
          <a:p>
            <a:r>
              <a:rPr lang="en-US" dirty="0"/>
              <a:t>Want to parallelize across hundreds/thousands of CPUs</a:t>
            </a:r>
          </a:p>
          <a:p>
            <a:r>
              <a:rPr lang="en-US" dirty="0"/>
              <a:t>Want to make this easy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767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76871" y="254"/>
            <a:ext cx="11169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Carnegie</a:t>
            </a:r>
            <a:r>
              <a:rPr sz="12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Mellon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9432" y="506069"/>
            <a:ext cx="7934633" cy="511422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sz="3600" b="1" dirty="0"/>
              <a:t>Motivation: Example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19D26E6-AA11-40C9-9FF9-76C0C41F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438740"/>
            <a:ext cx="7934633" cy="5100173"/>
          </a:xfrm>
        </p:spPr>
        <p:txBody>
          <a:bodyPr>
            <a:normAutofit fontScale="92500" lnSpcReduction="20000"/>
          </a:bodyPr>
          <a:lstStyle/>
          <a:p>
            <a:pPr marL="469900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3200" dirty="0">
                <a:cs typeface="Trebuchet MS"/>
              </a:rPr>
              <a:t>Processing Web Data on a Single Machine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20+ billion web pages x 20KB = 400+ terabytes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One computer can read 30‐35 MB/sec from disk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~ four months to read the web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~1,000 hard drives just to store the web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Even more to do something with the data</a:t>
            </a:r>
          </a:p>
          <a:p>
            <a:pPr marL="469900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3200" dirty="0">
                <a:cs typeface="Trebuchet MS"/>
              </a:rPr>
              <a:t>Takes too long on a single machine, but with 1000 machines?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&lt; 3 hours to perform on 1000 machines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But how long to program? What about the overheads?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Communication, coordination, recovery from machine failure</a:t>
            </a:r>
          </a:p>
          <a:p>
            <a:pPr marL="927100" lvl="1" indent="-457200" algn="just">
              <a:spcBef>
                <a:spcPts val="425"/>
              </a:spcBef>
              <a:buClr>
                <a:schemeClr val="tx1"/>
              </a:buClr>
              <a:buSzPct val="100000"/>
              <a:tabLst>
                <a:tab pos="354965" algn="l"/>
                <a:tab pos="355600" algn="l"/>
              </a:tabLst>
            </a:pPr>
            <a:r>
              <a:rPr lang="en-US" sz="2800" dirty="0">
                <a:cs typeface="Trebuchet MS"/>
              </a:rPr>
              <a:t>Status Reporting, Debugging, Optimization, Locality</a:t>
            </a:r>
          </a:p>
        </p:txBody>
      </p:sp>
    </p:spTree>
    <p:extLst>
      <p:ext uri="{BB962C8B-B14F-4D97-AF65-F5344CB8AC3E}">
        <p14:creationId xmlns:p14="http://schemas.microsoft.com/office/powerpoint/2010/main" val="148494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658" y="489981"/>
            <a:ext cx="658114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/>
              <a:t>The </a:t>
            </a:r>
            <a:r>
              <a:rPr lang="en-US" sz="3600" b="1" spc="-10" dirty="0"/>
              <a:t>Map-Reduce</a:t>
            </a:r>
            <a:r>
              <a:rPr lang="en-US" sz="3600" b="1" spc="-70" dirty="0"/>
              <a:t> </a:t>
            </a:r>
            <a:r>
              <a:rPr lang="en-US" sz="3600" b="1" spc="-15" dirty="0"/>
              <a:t>Framework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658" y="1628507"/>
            <a:ext cx="7428665" cy="431913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248920" indent="-342900" algn="just">
              <a:lnSpc>
                <a:spcPts val="327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solidFill>
                  <a:srgbClr val="0000C9"/>
                </a:solidFill>
                <a:latin typeface="Carlito"/>
                <a:cs typeface="Carlito"/>
              </a:rPr>
              <a:t>Google </a:t>
            </a:r>
            <a:r>
              <a:rPr sz="3000" spc="-5" dirty="0">
                <a:solidFill>
                  <a:srgbClr val="0000C9"/>
                </a:solidFill>
                <a:latin typeface="Carlito"/>
                <a:cs typeface="Carlito"/>
              </a:rPr>
              <a:t>published </a:t>
            </a:r>
            <a:r>
              <a:rPr sz="3000" spc="-15" dirty="0">
                <a:solidFill>
                  <a:srgbClr val="0000C9"/>
                </a:solidFill>
                <a:latin typeface="Carlito"/>
                <a:cs typeface="Carlito"/>
              </a:rPr>
              <a:t>MapReduce </a:t>
            </a:r>
            <a:r>
              <a:rPr sz="3000" dirty="0">
                <a:solidFill>
                  <a:srgbClr val="0000C9"/>
                </a:solidFill>
                <a:latin typeface="Carlito"/>
                <a:cs typeface="Carlito"/>
              </a:rPr>
              <a:t>2004, a </a:t>
            </a:r>
            <a:r>
              <a:rPr sz="3000" spc="-15" dirty="0">
                <a:solidFill>
                  <a:srgbClr val="0000C9"/>
                </a:solidFill>
                <a:latin typeface="Carlito"/>
                <a:cs typeface="Carlito"/>
              </a:rPr>
              <a:t>year after </a:t>
            </a:r>
            <a:r>
              <a:rPr sz="3000" spc="-5" dirty="0">
                <a:solidFill>
                  <a:srgbClr val="0000C9"/>
                </a:solidFill>
                <a:latin typeface="Carlito"/>
                <a:cs typeface="Carlito"/>
              </a:rPr>
              <a:t>the </a:t>
            </a:r>
            <a:r>
              <a:rPr sz="3000" dirty="0">
                <a:solidFill>
                  <a:srgbClr val="0000C9"/>
                </a:solidFill>
                <a:latin typeface="Carlito"/>
                <a:cs typeface="Carlito"/>
              </a:rPr>
              <a:t>Google </a:t>
            </a:r>
            <a:r>
              <a:rPr sz="3000" spc="-5" dirty="0">
                <a:solidFill>
                  <a:srgbClr val="0000C9"/>
                </a:solidFill>
                <a:latin typeface="Carlito"/>
                <a:cs typeface="Carlito"/>
              </a:rPr>
              <a:t>File </a:t>
            </a:r>
            <a:r>
              <a:rPr sz="3000" spc="-25" dirty="0">
                <a:solidFill>
                  <a:srgbClr val="0000C9"/>
                </a:solidFill>
                <a:latin typeface="Carlito"/>
                <a:cs typeface="Carlito"/>
              </a:rPr>
              <a:t>System</a:t>
            </a:r>
            <a:endParaRPr sz="3000" dirty="0">
              <a:latin typeface="Carlito"/>
              <a:cs typeface="Carlito"/>
            </a:endParaRPr>
          </a:p>
          <a:p>
            <a:pPr marL="355600" indent="-342900" algn="just">
              <a:spcBef>
                <a:spcPts val="2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solidFill>
                  <a:srgbClr val="0000C9"/>
                </a:solidFill>
                <a:latin typeface="Carlito"/>
                <a:cs typeface="Carlito"/>
              </a:rPr>
              <a:t>A </a:t>
            </a:r>
            <a:r>
              <a:rPr sz="3000" spc="-5" dirty="0">
                <a:solidFill>
                  <a:srgbClr val="0000C9"/>
                </a:solidFill>
                <a:latin typeface="Carlito"/>
                <a:cs typeface="Carlito"/>
              </a:rPr>
              <a:t>high </a:t>
            </a:r>
            <a:r>
              <a:rPr sz="3000" spc="-15" dirty="0">
                <a:solidFill>
                  <a:srgbClr val="0000C9"/>
                </a:solidFill>
                <a:latin typeface="Carlito"/>
                <a:cs typeface="Carlito"/>
              </a:rPr>
              <a:t>level programming </a:t>
            </a:r>
            <a:r>
              <a:rPr sz="3000" spc="-10" dirty="0">
                <a:solidFill>
                  <a:srgbClr val="0000C9"/>
                </a:solidFill>
                <a:latin typeface="Carlito"/>
                <a:cs typeface="Carlito"/>
              </a:rPr>
              <a:t>paradigm</a:t>
            </a:r>
            <a:endParaRPr sz="3000" dirty="0">
              <a:latin typeface="Carlito"/>
              <a:cs typeface="Carlito"/>
            </a:endParaRPr>
          </a:p>
          <a:p>
            <a:pPr marL="755650" marR="5080" lvl="1" indent="-285750" algn="just">
              <a:lnSpc>
                <a:spcPts val="2800"/>
              </a:lnSpc>
              <a:spcBef>
                <a:spcPts val="725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-5" dirty="0">
                <a:latin typeface="Carlito"/>
                <a:cs typeface="Carlito"/>
              </a:rPr>
              <a:t>allows </a:t>
            </a:r>
            <a:r>
              <a:rPr sz="2600" spc="-15" dirty="0">
                <a:latin typeface="Carlito"/>
                <a:cs typeface="Carlito"/>
              </a:rPr>
              <a:t>many </a:t>
            </a:r>
            <a:r>
              <a:rPr sz="2600" spc="-10" dirty="0">
                <a:latin typeface="Carlito"/>
                <a:cs typeface="Carlito"/>
              </a:rPr>
              <a:t>important data-oriented processes to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spc="-10" dirty="0">
                <a:latin typeface="Carlito"/>
                <a:cs typeface="Carlito"/>
              </a:rPr>
              <a:t>written </a:t>
            </a:r>
            <a:r>
              <a:rPr sz="2600" spc="-5" dirty="0">
                <a:latin typeface="Carlito"/>
                <a:cs typeface="Carlito"/>
              </a:rPr>
              <a:t>simply</a:t>
            </a:r>
            <a:endParaRPr sz="2600" dirty="0">
              <a:latin typeface="Carlito"/>
              <a:cs typeface="Carlito"/>
            </a:endParaRPr>
          </a:p>
          <a:p>
            <a:pPr marL="355600" indent="-342900" algn="just">
              <a:spcBef>
                <a:spcPts val="2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solidFill>
                  <a:srgbClr val="0000C9"/>
                </a:solidFill>
                <a:latin typeface="Carlito"/>
                <a:cs typeface="Carlito"/>
              </a:rPr>
              <a:t>processes </a:t>
            </a:r>
            <a:r>
              <a:rPr sz="3000" spc="-15" dirty="0">
                <a:solidFill>
                  <a:srgbClr val="0000C9"/>
                </a:solidFill>
                <a:latin typeface="Carlito"/>
                <a:cs typeface="Carlito"/>
              </a:rPr>
              <a:t>large </a:t>
            </a:r>
            <a:r>
              <a:rPr sz="3000" spc="-20" dirty="0">
                <a:solidFill>
                  <a:srgbClr val="0000C9"/>
                </a:solidFill>
                <a:latin typeface="Carlito"/>
                <a:cs typeface="Carlito"/>
              </a:rPr>
              <a:t>data</a:t>
            </a:r>
            <a:r>
              <a:rPr sz="3000" dirty="0">
                <a:solidFill>
                  <a:srgbClr val="0000C9"/>
                </a:solidFill>
                <a:latin typeface="Carlito"/>
                <a:cs typeface="Carlito"/>
              </a:rPr>
              <a:t> </a:t>
            </a:r>
            <a:r>
              <a:rPr sz="3000" spc="-5" dirty="0">
                <a:solidFill>
                  <a:srgbClr val="0000C9"/>
                </a:solidFill>
                <a:latin typeface="Carlito"/>
                <a:cs typeface="Carlito"/>
              </a:rPr>
              <a:t>by:</a:t>
            </a:r>
            <a:endParaRPr sz="3000" dirty="0">
              <a:latin typeface="Carlito"/>
              <a:cs typeface="Carlito"/>
            </a:endParaRPr>
          </a:p>
          <a:p>
            <a:pPr marL="755650" marR="27940" lvl="1" indent="-285750" algn="just">
              <a:lnSpc>
                <a:spcPts val="2800"/>
              </a:lnSpc>
              <a:spcBef>
                <a:spcPts val="725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-5" dirty="0">
                <a:latin typeface="Carlito"/>
                <a:cs typeface="Carlito"/>
              </a:rPr>
              <a:t>applying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function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spc="-5" dirty="0">
                <a:latin typeface="Carlito"/>
                <a:cs typeface="Carlito"/>
              </a:rPr>
              <a:t>each logical </a:t>
            </a:r>
            <a:r>
              <a:rPr sz="2600" spc="-20" dirty="0">
                <a:latin typeface="Carlito"/>
                <a:cs typeface="Carlito"/>
              </a:rPr>
              <a:t>record </a:t>
            </a:r>
            <a:r>
              <a:rPr sz="2600" dirty="0">
                <a:latin typeface="Carlito"/>
                <a:cs typeface="Carlito"/>
              </a:rPr>
              <a:t>in </a:t>
            </a:r>
            <a:r>
              <a:rPr sz="2600" spc="-5" dirty="0">
                <a:latin typeface="Carlito"/>
                <a:cs typeface="Carlito"/>
              </a:rPr>
              <a:t>the input </a:t>
            </a: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 (map)</a:t>
            </a:r>
            <a:endParaRPr sz="2600" dirty="0">
              <a:latin typeface="Carlito"/>
              <a:cs typeface="Carlito"/>
            </a:endParaRPr>
          </a:p>
          <a:p>
            <a:pPr marL="755650" marR="673100" lvl="1" indent="-285750" algn="just">
              <a:lnSpc>
                <a:spcPts val="2800"/>
              </a:lnSpc>
              <a:spcBef>
                <a:spcPts val="635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-15" dirty="0">
                <a:latin typeface="Carlito"/>
                <a:cs typeface="Carlito"/>
              </a:rPr>
              <a:t>categorize </a:t>
            </a:r>
            <a:r>
              <a:rPr sz="2600" spc="-5" dirty="0">
                <a:latin typeface="Carlito"/>
                <a:cs typeface="Carlito"/>
              </a:rPr>
              <a:t>and </a:t>
            </a:r>
            <a:r>
              <a:rPr sz="2600" spc="-10" dirty="0">
                <a:latin typeface="Carlito"/>
                <a:cs typeface="Carlito"/>
              </a:rPr>
              <a:t>combine </a:t>
            </a:r>
            <a:r>
              <a:rPr sz="2600" spc="-5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intermediate </a:t>
            </a:r>
            <a:r>
              <a:rPr sz="2600" spc="-10" dirty="0">
                <a:latin typeface="Carlito"/>
                <a:cs typeface="Carlito"/>
              </a:rPr>
              <a:t>results </a:t>
            </a:r>
            <a:r>
              <a:rPr sz="2600" spc="-15" dirty="0">
                <a:latin typeface="Carlito"/>
                <a:cs typeface="Carlito"/>
              </a:rPr>
              <a:t>into </a:t>
            </a:r>
            <a:r>
              <a:rPr sz="2600" spc="-5" dirty="0">
                <a:latin typeface="Carlito"/>
                <a:cs typeface="Carlito"/>
              </a:rPr>
              <a:t>summary </a:t>
            </a:r>
            <a:r>
              <a:rPr sz="2600" spc="-10" dirty="0">
                <a:latin typeface="Carlito"/>
                <a:cs typeface="Carlito"/>
              </a:rPr>
              <a:t>values</a:t>
            </a:r>
            <a:r>
              <a:rPr sz="2600" spc="5" dirty="0">
                <a:latin typeface="Carlito"/>
                <a:cs typeface="Carlito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rlito"/>
                <a:cs typeface="Carlito"/>
              </a:rPr>
              <a:t>(reduce)</a:t>
            </a:r>
            <a:endParaRPr sz="26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976" y="607291"/>
            <a:ext cx="774573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5" dirty="0"/>
              <a:t>Where </a:t>
            </a:r>
            <a:r>
              <a:rPr sz="3600" b="1" spc="-5" dirty="0"/>
              <a:t>does Google use</a:t>
            </a:r>
            <a:r>
              <a:rPr sz="3600" b="1" spc="-25" dirty="0"/>
              <a:t> </a:t>
            </a:r>
            <a:r>
              <a:rPr sz="3600" b="1" spc="-15" dirty="0"/>
              <a:t>MapReduce?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727275" y="3438247"/>
            <a:ext cx="2268220" cy="50462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29539">
              <a:spcBef>
                <a:spcPts val="335"/>
              </a:spcBef>
            </a:pPr>
            <a:r>
              <a:rPr sz="3000" spc="-5" dirty="0">
                <a:solidFill>
                  <a:srgbClr val="E06666"/>
                </a:solidFill>
                <a:latin typeface="Comic Sans MS"/>
                <a:cs typeface="Comic Sans MS"/>
              </a:rPr>
              <a:t>MapReduce</a:t>
            </a:r>
            <a:endParaRPr sz="30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275" y="2227074"/>
            <a:ext cx="2268220" cy="50462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639445">
              <a:spcBef>
                <a:spcPts val="335"/>
              </a:spcBef>
            </a:pPr>
            <a:r>
              <a:rPr sz="3000" spc="-5" dirty="0">
                <a:latin typeface="Comic Sans MS"/>
                <a:cs typeface="Comic Sans MS"/>
              </a:rPr>
              <a:t>Input</a:t>
            </a:r>
            <a:endParaRPr sz="30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275" y="4649433"/>
            <a:ext cx="2268220" cy="50462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501650">
              <a:spcBef>
                <a:spcPts val="335"/>
              </a:spcBef>
            </a:pPr>
            <a:r>
              <a:rPr sz="3000" spc="-5" dirty="0">
                <a:latin typeface="Comic Sans MS"/>
                <a:cs typeface="Comic Sans MS"/>
              </a:rPr>
              <a:t>Output</a:t>
            </a:r>
            <a:endParaRPr sz="300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89838" y="2812376"/>
            <a:ext cx="142875" cy="626110"/>
          </a:xfrm>
          <a:custGeom>
            <a:avLst/>
            <a:gdLst/>
            <a:ahLst/>
            <a:cxnLst/>
            <a:rect l="l" t="t" r="r" b="b"/>
            <a:pathLst>
              <a:path w="142875" h="626110">
                <a:moveTo>
                  <a:pt x="85725" y="0"/>
                </a:moveTo>
                <a:lnTo>
                  <a:pt x="57150" y="0"/>
                </a:lnTo>
                <a:lnTo>
                  <a:pt x="57150" y="482930"/>
                </a:lnTo>
                <a:lnTo>
                  <a:pt x="0" y="482930"/>
                </a:lnTo>
                <a:lnTo>
                  <a:pt x="71437" y="625792"/>
                </a:lnTo>
                <a:lnTo>
                  <a:pt x="142875" y="482917"/>
                </a:lnTo>
                <a:lnTo>
                  <a:pt x="85725" y="482917"/>
                </a:lnTo>
                <a:lnTo>
                  <a:pt x="85725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89838" y="4023550"/>
            <a:ext cx="142875" cy="626110"/>
          </a:xfrm>
          <a:custGeom>
            <a:avLst/>
            <a:gdLst/>
            <a:ahLst/>
            <a:cxnLst/>
            <a:rect l="l" t="t" r="r" b="b"/>
            <a:pathLst>
              <a:path w="142875" h="626110">
                <a:moveTo>
                  <a:pt x="85725" y="0"/>
                </a:moveTo>
                <a:lnTo>
                  <a:pt x="57150" y="0"/>
                </a:lnTo>
                <a:lnTo>
                  <a:pt x="57150" y="482930"/>
                </a:lnTo>
                <a:lnTo>
                  <a:pt x="0" y="482930"/>
                </a:lnTo>
                <a:lnTo>
                  <a:pt x="71437" y="625805"/>
                </a:lnTo>
                <a:lnTo>
                  <a:pt x="142875" y="482930"/>
                </a:lnTo>
                <a:lnTo>
                  <a:pt x="85725" y="482930"/>
                </a:lnTo>
                <a:lnTo>
                  <a:pt x="85725" y="0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67021" y="2185276"/>
            <a:ext cx="24053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55600">
              <a:spcBef>
                <a:spcPts val="100"/>
              </a:spcBef>
              <a:buFont typeface="Comic Sans MS"/>
              <a:buChar char="●"/>
              <a:tabLst>
                <a:tab pos="367665" algn="l"/>
                <a:tab pos="368300" algn="l"/>
              </a:tabLst>
            </a:pPr>
            <a:r>
              <a:rPr sz="2000" spc="-10" dirty="0">
                <a:latin typeface="Carlito"/>
                <a:cs typeface="Carlito"/>
              </a:rPr>
              <a:t>crawled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documents</a:t>
            </a:r>
            <a:endParaRPr sz="2000">
              <a:latin typeface="Carlito"/>
              <a:cs typeface="Carlito"/>
            </a:endParaRPr>
          </a:p>
          <a:p>
            <a:pPr marL="368300" indent="-355600">
              <a:buFont typeface="Comic Sans MS"/>
              <a:buChar char="●"/>
              <a:tabLst>
                <a:tab pos="367665" algn="l"/>
                <a:tab pos="368300" algn="l"/>
              </a:tabLst>
            </a:pPr>
            <a:r>
              <a:rPr sz="2000" spc="-10" dirty="0">
                <a:latin typeface="Carlito"/>
                <a:cs typeface="Carlito"/>
              </a:rPr>
              <a:t>web request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logs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7126" y="4052468"/>
            <a:ext cx="417543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55600">
              <a:spcBef>
                <a:spcPts val="100"/>
              </a:spcBef>
              <a:buFont typeface="Comic Sans MS"/>
              <a:buChar char="●"/>
              <a:tabLst>
                <a:tab pos="367665" algn="l"/>
                <a:tab pos="368300" algn="l"/>
              </a:tabLst>
            </a:pPr>
            <a:r>
              <a:rPr sz="2000" spc="-10" dirty="0">
                <a:latin typeface="Carlito"/>
                <a:cs typeface="Carlito"/>
              </a:rPr>
              <a:t>inverted </a:t>
            </a:r>
            <a:r>
              <a:rPr sz="2000" spc="-5" dirty="0">
                <a:latin typeface="Carlito"/>
                <a:cs typeface="Carlito"/>
              </a:rPr>
              <a:t>indices</a:t>
            </a:r>
            <a:endParaRPr sz="2000" dirty="0">
              <a:latin typeface="Carlito"/>
              <a:cs typeface="Carlito"/>
            </a:endParaRPr>
          </a:p>
          <a:p>
            <a:pPr marL="368300" indent="-355600">
              <a:buFont typeface="Comic Sans MS"/>
              <a:buChar char="●"/>
              <a:tabLst>
                <a:tab pos="367665" algn="l"/>
                <a:tab pos="368300" algn="l"/>
              </a:tabLst>
            </a:pPr>
            <a:r>
              <a:rPr sz="2000" spc="-10" dirty="0">
                <a:latin typeface="Carlito"/>
                <a:cs typeface="Carlito"/>
              </a:rPr>
              <a:t>graph </a:t>
            </a:r>
            <a:r>
              <a:rPr sz="2000" spc="-5" dirty="0">
                <a:latin typeface="Carlito"/>
                <a:cs typeface="Carlito"/>
              </a:rPr>
              <a:t>structure of </a:t>
            </a:r>
            <a:r>
              <a:rPr sz="2000" spc="-10" dirty="0">
                <a:latin typeface="Carlito"/>
                <a:cs typeface="Carlito"/>
              </a:rPr>
              <a:t>web </a:t>
            </a:r>
            <a:r>
              <a:rPr sz="2000" spc="-5" dirty="0">
                <a:latin typeface="Carlito"/>
                <a:cs typeface="Carlito"/>
              </a:rPr>
              <a:t>documents</a:t>
            </a:r>
            <a:endParaRPr sz="2000" dirty="0">
              <a:latin typeface="Carlito"/>
              <a:cs typeface="Carlito"/>
            </a:endParaRPr>
          </a:p>
          <a:p>
            <a:pPr marL="368300" marR="590550" indent="-355600">
              <a:buFont typeface="Comic Sans MS"/>
              <a:buChar char="●"/>
              <a:tabLst>
                <a:tab pos="367665" algn="l"/>
                <a:tab pos="368300" algn="l"/>
              </a:tabLst>
            </a:pPr>
            <a:r>
              <a:rPr sz="2000" dirty="0">
                <a:latin typeface="Carlito"/>
                <a:cs typeface="Carlito"/>
              </a:rPr>
              <a:t>summaries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number of pages  </a:t>
            </a:r>
            <a:r>
              <a:rPr sz="2000" spc="-10" dirty="0">
                <a:latin typeface="Carlito"/>
                <a:cs typeface="Carlito"/>
              </a:rPr>
              <a:t>crawled </a:t>
            </a:r>
            <a:r>
              <a:rPr sz="2000" spc="-5" dirty="0">
                <a:latin typeface="Carlito"/>
                <a:cs typeface="Carlito"/>
              </a:rPr>
              <a:t>per</a:t>
            </a:r>
            <a:r>
              <a:rPr sz="200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host</a:t>
            </a:r>
            <a:endParaRPr sz="2000" dirty="0">
              <a:latin typeface="Carlito"/>
              <a:cs typeface="Carlito"/>
            </a:endParaRPr>
          </a:p>
          <a:p>
            <a:pPr marL="368300" indent="-355600">
              <a:buFont typeface="Comic Sans MS"/>
              <a:buChar char="●"/>
              <a:tabLst>
                <a:tab pos="367665" algn="l"/>
                <a:tab pos="368300" algn="l"/>
              </a:tabLst>
            </a:pP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set of </a:t>
            </a:r>
            <a:r>
              <a:rPr sz="2000" spc="-10" dirty="0">
                <a:latin typeface="Carlito"/>
                <a:cs typeface="Carlito"/>
              </a:rPr>
              <a:t>most frequent </a:t>
            </a:r>
            <a:r>
              <a:rPr sz="2000" spc="-5" dirty="0">
                <a:latin typeface="Carlito"/>
                <a:cs typeface="Carlito"/>
              </a:rPr>
              <a:t>queries </a:t>
            </a:r>
            <a:r>
              <a:rPr sz="2000" dirty="0">
                <a:latin typeface="Carlito"/>
                <a:cs typeface="Carlito"/>
              </a:rPr>
              <a:t>in a</a:t>
            </a:r>
            <a:r>
              <a:rPr sz="2000" spc="1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day</a:t>
            </a:r>
            <a:endParaRPr sz="2000" dirty="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64420" y="2416860"/>
            <a:ext cx="553720" cy="205740"/>
            <a:chOff x="3364420" y="2416860"/>
            <a:chExt cx="553720" cy="205740"/>
          </a:xfrm>
        </p:grpSpPr>
        <p:sp>
          <p:nvSpPr>
            <p:cNvPr id="11" name="object 11"/>
            <p:cNvSpPr/>
            <p:nvPr/>
          </p:nvSpPr>
          <p:spPr>
            <a:xfrm>
              <a:off x="3369183" y="2421623"/>
              <a:ext cx="544195" cy="196215"/>
            </a:xfrm>
            <a:custGeom>
              <a:avLst/>
              <a:gdLst/>
              <a:ahLst/>
              <a:cxnLst/>
              <a:rect l="l" t="t" r="r" b="b"/>
              <a:pathLst>
                <a:path w="544195" h="196214">
                  <a:moveTo>
                    <a:pt x="445503" y="0"/>
                  </a:moveTo>
                  <a:lnTo>
                    <a:pt x="445503" y="49047"/>
                  </a:lnTo>
                  <a:lnTo>
                    <a:pt x="0" y="49047"/>
                  </a:lnTo>
                  <a:lnTo>
                    <a:pt x="0" y="147154"/>
                  </a:lnTo>
                  <a:lnTo>
                    <a:pt x="445503" y="147154"/>
                  </a:lnTo>
                  <a:lnTo>
                    <a:pt x="445503" y="196202"/>
                  </a:lnTo>
                  <a:lnTo>
                    <a:pt x="543598" y="98107"/>
                  </a:lnTo>
                  <a:lnTo>
                    <a:pt x="445503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69183" y="2421623"/>
              <a:ext cx="544195" cy="196215"/>
            </a:xfrm>
            <a:custGeom>
              <a:avLst/>
              <a:gdLst/>
              <a:ahLst/>
              <a:cxnLst/>
              <a:rect l="l" t="t" r="r" b="b"/>
              <a:pathLst>
                <a:path w="544195" h="196214">
                  <a:moveTo>
                    <a:pt x="0" y="49050"/>
                  </a:moveTo>
                  <a:lnTo>
                    <a:pt x="445500" y="49050"/>
                  </a:lnTo>
                  <a:lnTo>
                    <a:pt x="445500" y="0"/>
                  </a:lnTo>
                  <a:lnTo>
                    <a:pt x="543600" y="98100"/>
                  </a:lnTo>
                  <a:lnTo>
                    <a:pt x="445500" y="196200"/>
                  </a:lnTo>
                  <a:lnTo>
                    <a:pt x="445500" y="147150"/>
                  </a:lnTo>
                  <a:lnTo>
                    <a:pt x="0" y="147150"/>
                  </a:lnTo>
                  <a:lnTo>
                    <a:pt x="0" y="49050"/>
                  </a:lnTo>
                  <a:close/>
                </a:path>
              </a:pathLst>
            </a:custGeom>
            <a:ln w="9525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364471" y="4839208"/>
            <a:ext cx="553720" cy="205740"/>
            <a:chOff x="3364471" y="4839208"/>
            <a:chExt cx="553720" cy="205740"/>
          </a:xfrm>
        </p:grpSpPr>
        <p:sp>
          <p:nvSpPr>
            <p:cNvPr id="14" name="object 14"/>
            <p:cNvSpPr/>
            <p:nvPr/>
          </p:nvSpPr>
          <p:spPr>
            <a:xfrm>
              <a:off x="3369233" y="4843970"/>
              <a:ext cx="544195" cy="196215"/>
            </a:xfrm>
            <a:custGeom>
              <a:avLst/>
              <a:gdLst/>
              <a:ahLst/>
              <a:cxnLst/>
              <a:rect l="l" t="t" r="r" b="b"/>
              <a:pathLst>
                <a:path w="544195" h="196214">
                  <a:moveTo>
                    <a:pt x="445503" y="0"/>
                  </a:moveTo>
                  <a:lnTo>
                    <a:pt x="445503" y="49060"/>
                  </a:lnTo>
                  <a:lnTo>
                    <a:pt x="0" y="49060"/>
                  </a:lnTo>
                  <a:lnTo>
                    <a:pt x="0" y="147154"/>
                  </a:lnTo>
                  <a:lnTo>
                    <a:pt x="445503" y="147154"/>
                  </a:lnTo>
                  <a:lnTo>
                    <a:pt x="445503" y="196202"/>
                  </a:lnTo>
                  <a:lnTo>
                    <a:pt x="543598" y="98107"/>
                  </a:lnTo>
                  <a:lnTo>
                    <a:pt x="445503" y="0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69233" y="4843970"/>
              <a:ext cx="544195" cy="196215"/>
            </a:xfrm>
            <a:custGeom>
              <a:avLst/>
              <a:gdLst/>
              <a:ahLst/>
              <a:cxnLst/>
              <a:rect l="l" t="t" r="r" b="b"/>
              <a:pathLst>
                <a:path w="544195" h="196214">
                  <a:moveTo>
                    <a:pt x="0" y="49050"/>
                  </a:moveTo>
                  <a:lnTo>
                    <a:pt x="445500" y="49050"/>
                  </a:lnTo>
                  <a:lnTo>
                    <a:pt x="445500" y="0"/>
                  </a:lnTo>
                  <a:lnTo>
                    <a:pt x="543600" y="98100"/>
                  </a:lnTo>
                  <a:lnTo>
                    <a:pt x="445500" y="196200"/>
                  </a:lnTo>
                  <a:lnTo>
                    <a:pt x="445500" y="147150"/>
                  </a:lnTo>
                  <a:lnTo>
                    <a:pt x="0" y="147150"/>
                  </a:lnTo>
                  <a:lnTo>
                    <a:pt x="0" y="49050"/>
                  </a:lnTo>
                  <a:close/>
                </a:path>
              </a:pathLst>
            </a:custGeom>
            <a:ln w="9525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458" y="772196"/>
            <a:ext cx="8568813" cy="511422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sz="3600" b="1" dirty="0"/>
              <a:t>Storage Model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4001D7-E2A6-4CF7-8C71-1A45EA36C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2900" algn="just">
              <a:spcBef>
                <a:spcPts val="8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5" dirty="0">
                <a:cs typeface="Carlito"/>
              </a:rPr>
              <a:t>Data </a:t>
            </a:r>
            <a:r>
              <a:rPr lang="en-US" sz="3200" dirty="0">
                <a:cs typeface="Carlito"/>
              </a:rPr>
              <a:t>is </a:t>
            </a:r>
            <a:r>
              <a:rPr lang="en-US" sz="3200" spc="-25" dirty="0">
                <a:cs typeface="Carlito"/>
              </a:rPr>
              <a:t>stored </a:t>
            </a:r>
            <a:r>
              <a:rPr lang="en-US" sz="3200" dirty="0">
                <a:cs typeface="Carlito"/>
              </a:rPr>
              <a:t>in </a:t>
            </a:r>
            <a:r>
              <a:rPr lang="en-US" sz="3200" spc="-15" dirty="0">
                <a:cs typeface="Carlito"/>
              </a:rPr>
              <a:t>large </a:t>
            </a:r>
            <a:r>
              <a:rPr lang="en-US" sz="3200" spc="-5" dirty="0">
                <a:cs typeface="Carlito"/>
              </a:rPr>
              <a:t>files </a:t>
            </a:r>
            <a:r>
              <a:rPr lang="en-US" sz="3200" spc="-15" dirty="0">
                <a:cs typeface="Carlito"/>
              </a:rPr>
              <a:t>(TB,</a:t>
            </a:r>
            <a:r>
              <a:rPr lang="en-US" sz="3200" spc="60" dirty="0">
                <a:cs typeface="Carlito"/>
              </a:rPr>
              <a:t> </a:t>
            </a:r>
            <a:r>
              <a:rPr lang="en-US" sz="3200" spc="-5" dirty="0">
                <a:cs typeface="Carlito"/>
              </a:rPr>
              <a:t>PB)</a:t>
            </a:r>
            <a:endParaRPr lang="en-US" sz="3200" dirty="0">
              <a:cs typeface="Carlito"/>
            </a:endParaRPr>
          </a:p>
          <a:p>
            <a:pPr marL="755650" marR="5080" lvl="1" indent="-285750" algn="just">
              <a:spcBef>
                <a:spcPts val="695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z="2800" dirty="0">
                <a:cs typeface="Carlito"/>
              </a:rPr>
              <a:t>e.g., </a:t>
            </a:r>
            <a:r>
              <a:rPr lang="en-US" sz="2800" spc="-25" dirty="0">
                <a:cs typeface="Carlito"/>
              </a:rPr>
              <a:t>market-basket </a:t>
            </a:r>
            <a:r>
              <a:rPr lang="en-US" sz="2800" spc="-20" dirty="0">
                <a:cs typeface="Carlito"/>
              </a:rPr>
              <a:t>data </a:t>
            </a:r>
            <a:r>
              <a:rPr lang="en-US" sz="2800" spc="-10" dirty="0">
                <a:cs typeface="Carlito"/>
              </a:rPr>
              <a:t>(more </a:t>
            </a:r>
            <a:r>
              <a:rPr lang="en-US" sz="2800" spc="-5" dirty="0">
                <a:cs typeface="Carlito"/>
              </a:rPr>
              <a:t>when </a:t>
            </a:r>
            <a:r>
              <a:rPr lang="en-US" sz="2800" spc="-15" dirty="0">
                <a:cs typeface="Carlito"/>
              </a:rPr>
              <a:t>we </a:t>
            </a:r>
            <a:r>
              <a:rPr lang="en-US" sz="2800" dirty="0">
                <a:cs typeface="Carlito"/>
              </a:rPr>
              <a:t>do </a:t>
            </a:r>
            <a:r>
              <a:rPr lang="en-US" sz="2800" spc="-20" dirty="0">
                <a:cs typeface="Carlito"/>
              </a:rPr>
              <a:t>data  </a:t>
            </a:r>
            <a:r>
              <a:rPr lang="en-US" sz="2800" spc="-5" dirty="0">
                <a:cs typeface="Carlito"/>
              </a:rPr>
              <a:t>mining)</a:t>
            </a:r>
            <a:endParaRPr lang="en-US" sz="2800" dirty="0">
              <a:cs typeface="Carlito"/>
            </a:endParaRPr>
          </a:p>
          <a:p>
            <a:pPr marL="755650" lvl="1" indent="-285750" algn="just">
              <a:spcBef>
                <a:spcPts val="680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z="2800" spc="-5" dirty="0">
                <a:cs typeface="Carlito"/>
              </a:rPr>
              <a:t>or </a:t>
            </a:r>
            <a:r>
              <a:rPr lang="en-US" sz="2800" spc="-15" dirty="0">
                <a:cs typeface="Carlito"/>
              </a:rPr>
              <a:t>web</a:t>
            </a:r>
            <a:r>
              <a:rPr lang="en-US" sz="2800" spc="5" dirty="0">
                <a:cs typeface="Carlito"/>
              </a:rPr>
              <a:t> </a:t>
            </a:r>
            <a:r>
              <a:rPr lang="en-US" sz="2800" spc="-20" dirty="0">
                <a:cs typeface="Carlito"/>
              </a:rPr>
              <a:t>data</a:t>
            </a:r>
            <a:endParaRPr lang="en-US" sz="2800" dirty="0">
              <a:cs typeface="Carlito"/>
            </a:endParaRPr>
          </a:p>
          <a:p>
            <a:pPr marL="355600" indent="-342900" algn="just">
              <a:spcBef>
                <a:spcPts val="7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5" dirty="0">
                <a:cs typeface="Carlito"/>
              </a:rPr>
              <a:t>Files </a:t>
            </a:r>
            <a:r>
              <a:rPr lang="en-US" sz="3200" spc="-15" dirty="0">
                <a:cs typeface="Carlito"/>
              </a:rPr>
              <a:t>are </a:t>
            </a:r>
            <a:r>
              <a:rPr lang="en-US" sz="3200" spc="-5" dirty="0">
                <a:cs typeface="Carlito"/>
              </a:rPr>
              <a:t>divided </a:t>
            </a:r>
            <a:r>
              <a:rPr lang="en-US" sz="3200" spc="-15" dirty="0">
                <a:cs typeface="Carlito"/>
              </a:rPr>
              <a:t>into</a:t>
            </a:r>
            <a:r>
              <a:rPr lang="en-US" sz="3200" spc="20" dirty="0">
                <a:cs typeface="Carlito"/>
              </a:rPr>
              <a:t> </a:t>
            </a:r>
            <a:r>
              <a:rPr lang="en-US" sz="3200" spc="-10" dirty="0">
                <a:cs typeface="Carlito"/>
              </a:rPr>
              <a:t>chunks</a:t>
            </a:r>
            <a:endParaRPr lang="en-US" sz="3200" dirty="0">
              <a:cs typeface="Carlito"/>
            </a:endParaRPr>
          </a:p>
          <a:p>
            <a:pPr marL="755650" lvl="1" indent="-285750" algn="just">
              <a:spcBef>
                <a:spcPts val="695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z="2800" spc="-10" dirty="0">
                <a:cs typeface="Carlito"/>
              </a:rPr>
              <a:t>Typically, </a:t>
            </a:r>
            <a:r>
              <a:rPr lang="en-US" sz="2800" spc="-15" dirty="0">
                <a:cs typeface="Carlito"/>
              </a:rPr>
              <a:t>many </a:t>
            </a:r>
            <a:r>
              <a:rPr lang="en-US" sz="2800" dirty="0">
                <a:cs typeface="Carlito"/>
              </a:rPr>
              <a:t>MB (64</a:t>
            </a:r>
            <a:r>
              <a:rPr lang="en-US" sz="2800" spc="25" dirty="0">
                <a:cs typeface="Carlito"/>
              </a:rPr>
              <a:t> </a:t>
            </a:r>
            <a:r>
              <a:rPr lang="en-US" sz="2800" dirty="0">
                <a:cs typeface="Carlito"/>
              </a:rPr>
              <a:t>MB)</a:t>
            </a:r>
          </a:p>
          <a:p>
            <a:pPr marL="755650" marR="558165" lvl="1" indent="-285750" algn="just"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z="2800" spc="-5" dirty="0">
                <a:cs typeface="Carlito"/>
              </a:rPr>
              <a:t>sometimes each </a:t>
            </a:r>
            <a:r>
              <a:rPr lang="en-US" sz="2800" dirty="0">
                <a:cs typeface="Carlito"/>
              </a:rPr>
              <a:t>chunk </a:t>
            </a:r>
            <a:r>
              <a:rPr lang="en-US" sz="2800" spc="-5" dirty="0">
                <a:cs typeface="Carlito"/>
              </a:rPr>
              <a:t>is </a:t>
            </a:r>
            <a:r>
              <a:rPr lang="en-US" sz="2800" spc="-15" dirty="0">
                <a:cs typeface="Carlito"/>
              </a:rPr>
              <a:t>replicated </a:t>
            </a:r>
            <a:r>
              <a:rPr lang="en-US" sz="2800" spc="-25" dirty="0">
                <a:cs typeface="Carlito"/>
              </a:rPr>
              <a:t>for </a:t>
            </a:r>
            <a:r>
              <a:rPr lang="en-US" sz="2800" spc="-15" dirty="0">
                <a:cs typeface="Carlito"/>
              </a:rPr>
              <a:t>fault  tolerance</a:t>
            </a:r>
            <a:endParaRPr lang="en-US" sz="2800" dirty="0">
              <a:cs typeface="Carlito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7467-9383-446A-BF5B-40BD86CD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MapReduce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CD05-9B7E-478B-A064-CD91F1953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41300">
              <a:lnSpc>
                <a:spcPct val="100000"/>
              </a:lnSpc>
              <a:spcBef>
                <a:spcPts val="725"/>
              </a:spcBef>
              <a:tabLst>
                <a:tab pos="241300" algn="l"/>
              </a:tabLst>
            </a:pPr>
            <a:r>
              <a:rPr lang="en-US" sz="3200" dirty="0">
                <a:solidFill>
                  <a:srgbClr val="800000"/>
                </a:solidFill>
                <a:cs typeface="Arial"/>
              </a:rPr>
              <a:t>MapReduce</a:t>
            </a:r>
            <a:endParaRPr lang="en-US" sz="3200" dirty="0">
              <a:cs typeface="Arial"/>
            </a:endParaRPr>
          </a:p>
          <a:p>
            <a:pPr marL="469900" lvl="1">
              <a:lnSpc>
                <a:spcPct val="100000"/>
              </a:lnSpc>
              <a:spcBef>
                <a:spcPts val="520"/>
              </a:spcBef>
              <a:buChar char="–"/>
              <a:tabLst>
                <a:tab pos="469900" algn="l"/>
              </a:tabLst>
            </a:pPr>
            <a:r>
              <a:rPr lang="en-US" sz="2800" spc="-5" dirty="0">
                <a:cs typeface="Arial"/>
              </a:rPr>
              <a:t>Framework for </a:t>
            </a:r>
            <a:r>
              <a:rPr lang="en-US" sz="2800" dirty="0">
                <a:cs typeface="Arial"/>
              </a:rPr>
              <a:t>parallel</a:t>
            </a:r>
            <a:r>
              <a:rPr lang="en-US" sz="2800" spc="-15" dirty="0">
                <a:cs typeface="Arial"/>
              </a:rPr>
              <a:t> </a:t>
            </a:r>
            <a:r>
              <a:rPr lang="en-US" sz="2800" spc="-5" dirty="0">
                <a:cs typeface="Arial"/>
              </a:rPr>
              <a:t>computing</a:t>
            </a:r>
            <a:endParaRPr lang="en-US" sz="2800" dirty="0">
              <a:cs typeface="Arial"/>
            </a:endParaRPr>
          </a:p>
          <a:p>
            <a:pPr marL="469900" lvl="1">
              <a:lnSpc>
                <a:spcPct val="100000"/>
              </a:lnSpc>
              <a:buChar char="–"/>
              <a:tabLst>
                <a:tab pos="469900" algn="l"/>
              </a:tabLst>
            </a:pPr>
            <a:r>
              <a:rPr lang="en-US" sz="2800" spc="-5" dirty="0">
                <a:cs typeface="Arial"/>
              </a:rPr>
              <a:t>Programmers </a:t>
            </a:r>
            <a:r>
              <a:rPr lang="en-US" sz="2800" dirty="0">
                <a:cs typeface="Arial"/>
              </a:rPr>
              <a:t>get simple</a:t>
            </a:r>
            <a:r>
              <a:rPr lang="en-US" sz="2800" spc="-145" dirty="0">
                <a:cs typeface="Arial"/>
              </a:rPr>
              <a:t> </a:t>
            </a:r>
            <a:r>
              <a:rPr lang="en-US" sz="2800" dirty="0">
                <a:cs typeface="Arial"/>
              </a:rPr>
              <a:t>API</a:t>
            </a:r>
          </a:p>
          <a:p>
            <a:pPr marL="469900" lvl="1">
              <a:lnSpc>
                <a:spcPct val="100000"/>
              </a:lnSpc>
              <a:spcBef>
                <a:spcPts val="505"/>
              </a:spcBef>
              <a:buChar char="–"/>
              <a:tabLst>
                <a:tab pos="469900" algn="l"/>
              </a:tabLst>
            </a:pPr>
            <a:r>
              <a:rPr lang="en-US" sz="2800" dirty="0">
                <a:cs typeface="Arial"/>
              </a:rPr>
              <a:t>Don’t have </a:t>
            </a:r>
            <a:r>
              <a:rPr lang="en-US" sz="2800" spc="-5" dirty="0">
                <a:cs typeface="Arial"/>
              </a:rPr>
              <a:t>to worry </a:t>
            </a:r>
            <a:r>
              <a:rPr lang="en-US" sz="2800" dirty="0">
                <a:cs typeface="Arial"/>
              </a:rPr>
              <a:t>about</a:t>
            </a:r>
            <a:r>
              <a:rPr lang="en-US" sz="2800" spc="-60" dirty="0">
                <a:cs typeface="Arial"/>
              </a:rPr>
              <a:t> </a:t>
            </a:r>
            <a:r>
              <a:rPr lang="en-US" sz="2800" dirty="0">
                <a:cs typeface="Arial"/>
              </a:rPr>
              <a:t>handling</a:t>
            </a:r>
          </a:p>
          <a:p>
            <a:pPr marL="698500" lvl="2">
              <a:lnSpc>
                <a:spcPct val="100000"/>
              </a:lnSpc>
              <a:spcBef>
                <a:spcPts val="395"/>
              </a:spcBef>
              <a:tabLst>
                <a:tab pos="697865" algn="l"/>
                <a:tab pos="698500" algn="l"/>
              </a:tabLst>
            </a:pPr>
            <a:r>
              <a:rPr lang="en-US" sz="2400" spc="-5" dirty="0">
                <a:cs typeface="Arial"/>
              </a:rPr>
              <a:t>parallelization</a:t>
            </a:r>
            <a:endParaRPr lang="en-US" sz="2400" dirty="0">
              <a:cs typeface="Arial"/>
            </a:endParaRPr>
          </a:p>
          <a:p>
            <a:pPr marL="698500" lvl="2">
              <a:lnSpc>
                <a:spcPct val="100000"/>
              </a:lnSpc>
              <a:spcBef>
                <a:spcPts val="455"/>
              </a:spcBef>
              <a:tabLst>
                <a:tab pos="697865" algn="l"/>
                <a:tab pos="698500" algn="l"/>
              </a:tabLst>
            </a:pPr>
            <a:r>
              <a:rPr lang="en-US" sz="2400" spc="-5" dirty="0">
                <a:cs typeface="Arial"/>
              </a:rPr>
              <a:t>data</a:t>
            </a:r>
            <a:r>
              <a:rPr lang="en-US" sz="2400" spc="-10" dirty="0">
                <a:cs typeface="Arial"/>
              </a:rPr>
              <a:t> </a:t>
            </a:r>
            <a:r>
              <a:rPr lang="en-US" sz="2400" spc="-5" dirty="0">
                <a:cs typeface="Arial"/>
              </a:rPr>
              <a:t>distribution</a:t>
            </a:r>
            <a:endParaRPr lang="en-US" sz="2400" dirty="0">
              <a:cs typeface="Arial"/>
            </a:endParaRPr>
          </a:p>
          <a:p>
            <a:pPr marL="698500" lvl="2">
              <a:lnSpc>
                <a:spcPct val="100000"/>
              </a:lnSpc>
              <a:spcBef>
                <a:spcPts val="430"/>
              </a:spcBef>
              <a:tabLst>
                <a:tab pos="697865" algn="l"/>
                <a:tab pos="698500" algn="l"/>
              </a:tabLst>
            </a:pPr>
            <a:r>
              <a:rPr lang="en-US" sz="2400" spc="-5" dirty="0">
                <a:cs typeface="Arial"/>
              </a:rPr>
              <a:t>load</a:t>
            </a:r>
            <a:r>
              <a:rPr lang="en-US" sz="2400" spc="-10" dirty="0">
                <a:cs typeface="Arial"/>
              </a:rPr>
              <a:t> </a:t>
            </a:r>
            <a:r>
              <a:rPr lang="en-US" sz="2400" spc="-5" dirty="0">
                <a:cs typeface="Arial"/>
              </a:rPr>
              <a:t>balancing</a:t>
            </a:r>
            <a:endParaRPr lang="en-US" sz="2400" dirty="0">
              <a:cs typeface="Arial"/>
            </a:endParaRPr>
          </a:p>
          <a:p>
            <a:pPr marL="698500" lvl="2">
              <a:lnSpc>
                <a:spcPct val="100000"/>
              </a:lnSpc>
              <a:spcBef>
                <a:spcPts val="430"/>
              </a:spcBef>
              <a:tabLst>
                <a:tab pos="697865" algn="l"/>
                <a:tab pos="698500" algn="l"/>
              </a:tabLst>
            </a:pPr>
            <a:r>
              <a:rPr lang="en-US" sz="2400" spc="-5" dirty="0">
                <a:cs typeface="Arial"/>
              </a:rPr>
              <a:t>fault</a:t>
            </a:r>
            <a:r>
              <a:rPr lang="en-US" sz="2400" spc="-10" dirty="0">
                <a:cs typeface="Arial"/>
              </a:rPr>
              <a:t> </a:t>
            </a:r>
            <a:r>
              <a:rPr lang="en-US" sz="2400" spc="-5" dirty="0">
                <a:cs typeface="Arial"/>
              </a:rPr>
              <a:t>tolerance</a:t>
            </a:r>
            <a:endParaRPr lang="en-US" sz="2400" dirty="0">
              <a:cs typeface="Arial"/>
            </a:endParaRPr>
          </a:p>
          <a:p>
            <a:pPr marL="241300" marR="5080">
              <a:lnSpc>
                <a:spcPct val="100000"/>
              </a:lnSpc>
              <a:spcBef>
                <a:spcPts val="1760"/>
              </a:spcBef>
              <a:tabLst>
                <a:tab pos="241300" algn="l"/>
              </a:tabLst>
            </a:pPr>
            <a:r>
              <a:rPr lang="en-US" sz="3200" spc="-5" dirty="0">
                <a:cs typeface="Arial"/>
              </a:rPr>
              <a:t>Allows to </a:t>
            </a:r>
            <a:r>
              <a:rPr lang="en-US" sz="3200" dirty="0">
                <a:cs typeface="Arial"/>
              </a:rPr>
              <a:t>process huge </a:t>
            </a:r>
            <a:r>
              <a:rPr lang="en-US" sz="3200" spc="-5" dirty="0">
                <a:cs typeface="Arial"/>
              </a:rPr>
              <a:t>amounts </a:t>
            </a:r>
            <a:r>
              <a:rPr lang="en-US" sz="3200" dirty="0">
                <a:cs typeface="Arial"/>
              </a:rPr>
              <a:t>of </a:t>
            </a:r>
            <a:r>
              <a:rPr lang="en-US" sz="3200" spc="-5" dirty="0">
                <a:cs typeface="Arial"/>
              </a:rPr>
              <a:t>data (terabytes </a:t>
            </a:r>
            <a:r>
              <a:rPr lang="en-US" sz="3200" dirty="0">
                <a:cs typeface="Arial"/>
              </a:rPr>
              <a:t>and </a:t>
            </a:r>
            <a:r>
              <a:rPr lang="en-US" sz="3200" spc="-5" dirty="0">
                <a:cs typeface="Arial"/>
              </a:rPr>
              <a:t>petabytes) </a:t>
            </a:r>
            <a:r>
              <a:rPr lang="en-US" sz="3200" dirty="0">
                <a:cs typeface="Arial"/>
              </a:rPr>
              <a:t>on </a:t>
            </a:r>
            <a:r>
              <a:rPr lang="en-US" sz="3200" spc="-5" dirty="0">
                <a:cs typeface="Arial"/>
              </a:rPr>
              <a:t>thousands </a:t>
            </a:r>
            <a:r>
              <a:rPr lang="en-US" sz="3200" dirty="0">
                <a:cs typeface="Arial"/>
              </a:rPr>
              <a:t>of</a:t>
            </a:r>
            <a:r>
              <a:rPr lang="en-US" sz="3200" spc="-25" dirty="0">
                <a:cs typeface="Arial"/>
              </a:rPr>
              <a:t> </a:t>
            </a:r>
            <a:r>
              <a:rPr lang="en-US" sz="3200" dirty="0">
                <a:cs typeface="Arial"/>
              </a:rPr>
              <a:t>processors</a:t>
            </a:r>
          </a:p>
        </p:txBody>
      </p:sp>
    </p:spTree>
    <p:extLst>
      <p:ext uri="{BB962C8B-B14F-4D97-AF65-F5344CB8AC3E}">
        <p14:creationId xmlns:p14="http://schemas.microsoft.com/office/powerpoint/2010/main" val="280136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194" y="772196"/>
            <a:ext cx="8332838" cy="511422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sz="3600" b="1" dirty="0"/>
              <a:t>Who has it?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F288AA-DFE4-4691-81D0-CD1711B65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1690689"/>
            <a:ext cx="7816646" cy="4802187"/>
          </a:xfrm>
        </p:spPr>
        <p:txBody>
          <a:bodyPr>
            <a:normAutofit lnSpcReduction="10000"/>
          </a:bodyPr>
          <a:lstStyle/>
          <a:p>
            <a:pPr marL="241300">
              <a:spcBef>
                <a:spcPts val="725"/>
              </a:spcBef>
              <a:tabLst>
                <a:tab pos="241300" algn="l"/>
              </a:tabLst>
            </a:pPr>
            <a:r>
              <a:rPr lang="en-US" sz="3200" b="1" spc="-5" dirty="0">
                <a:cs typeface="Arial"/>
              </a:rPr>
              <a:t>Google</a:t>
            </a:r>
            <a:endParaRPr lang="en-US" sz="3200" b="1" dirty="0">
              <a:cs typeface="Arial"/>
            </a:endParaRPr>
          </a:p>
          <a:p>
            <a:pPr marL="469900" lvl="1">
              <a:spcBef>
                <a:spcPts val="520"/>
              </a:spcBef>
              <a:buChar char="–"/>
              <a:tabLst>
                <a:tab pos="469900" algn="l"/>
              </a:tabLst>
            </a:pPr>
            <a:r>
              <a:rPr lang="en-US" sz="2800" spc="-5" dirty="0">
                <a:cs typeface="Arial"/>
              </a:rPr>
              <a:t>Original proprietary implementation</a:t>
            </a:r>
            <a:endParaRPr lang="en-US" sz="3200" dirty="0">
              <a:cs typeface="Arial"/>
            </a:endParaRPr>
          </a:p>
          <a:p>
            <a:pPr marL="241300">
              <a:tabLst>
                <a:tab pos="241300" algn="l"/>
              </a:tabLst>
            </a:pPr>
            <a:r>
              <a:rPr lang="en-US" sz="3200" b="1" spc="-5" dirty="0">
                <a:cs typeface="Arial"/>
              </a:rPr>
              <a:t>Apache </a:t>
            </a:r>
            <a:r>
              <a:rPr lang="en-US" sz="3200" b="1" dirty="0">
                <a:cs typeface="Arial"/>
              </a:rPr>
              <a:t>Hadoop</a:t>
            </a:r>
            <a:r>
              <a:rPr lang="en-US" sz="3200" b="1" spc="-15" dirty="0">
                <a:cs typeface="Arial"/>
              </a:rPr>
              <a:t> </a:t>
            </a:r>
            <a:r>
              <a:rPr lang="en-US" sz="3200" b="1" dirty="0">
                <a:cs typeface="Arial"/>
              </a:rPr>
              <a:t>MapReduce</a:t>
            </a:r>
          </a:p>
          <a:p>
            <a:pPr marL="469900" lvl="1">
              <a:spcBef>
                <a:spcPts val="425"/>
              </a:spcBef>
              <a:buChar char="–"/>
              <a:tabLst>
                <a:tab pos="469900" algn="l"/>
              </a:tabLst>
            </a:pPr>
            <a:r>
              <a:rPr lang="en-US" sz="2800" spc="-5" dirty="0">
                <a:cs typeface="Arial"/>
              </a:rPr>
              <a:t>Most common (open-source)</a:t>
            </a:r>
            <a:r>
              <a:rPr lang="en-US" sz="2800" spc="-20" dirty="0">
                <a:cs typeface="Arial"/>
              </a:rPr>
              <a:t> </a:t>
            </a:r>
            <a:r>
              <a:rPr lang="en-US" sz="2800" spc="-5" dirty="0">
                <a:cs typeface="Arial"/>
              </a:rPr>
              <a:t>implementation</a:t>
            </a:r>
            <a:endParaRPr lang="en-US" sz="2800" dirty="0">
              <a:cs typeface="Arial"/>
            </a:endParaRPr>
          </a:p>
          <a:p>
            <a:pPr marL="469900" lvl="1">
              <a:spcBef>
                <a:spcPts val="480"/>
              </a:spcBef>
              <a:buChar char="–"/>
              <a:tabLst>
                <a:tab pos="469900" algn="l"/>
              </a:tabLst>
            </a:pPr>
            <a:r>
              <a:rPr lang="en-US" sz="2800" dirty="0">
                <a:cs typeface="Arial"/>
              </a:rPr>
              <a:t>Built </a:t>
            </a:r>
            <a:r>
              <a:rPr lang="en-US" sz="2800" spc="-5" dirty="0">
                <a:cs typeface="Arial"/>
              </a:rPr>
              <a:t>to </a:t>
            </a:r>
            <a:r>
              <a:rPr lang="en-US" sz="2800" dirty="0">
                <a:cs typeface="Arial"/>
              </a:rPr>
              <a:t>specs </a:t>
            </a:r>
            <a:r>
              <a:rPr lang="en-US" sz="2800" spc="-5" dirty="0">
                <a:cs typeface="Arial"/>
              </a:rPr>
              <a:t>defined </a:t>
            </a:r>
            <a:r>
              <a:rPr lang="en-US" sz="2800" dirty="0">
                <a:cs typeface="Arial"/>
              </a:rPr>
              <a:t>by</a:t>
            </a:r>
            <a:r>
              <a:rPr lang="en-US" sz="2800" spc="-50" dirty="0">
                <a:cs typeface="Arial"/>
              </a:rPr>
              <a:t> </a:t>
            </a:r>
            <a:r>
              <a:rPr lang="en-US" sz="2800" spc="-5" dirty="0">
                <a:cs typeface="Arial"/>
              </a:rPr>
              <a:t>Google</a:t>
            </a:r>
            <a:endParaRPr lang="en-US" sz="2800" dirty="0">
              <a:cs typeface="Arial"/>
            </a:endParaRPr>
          </a:p>
          <a:p>
            <a:pPr marL="241300">
              <a:spcBef>
                <a:spcPts val="1580"/>
              </a:spcBef>
              <a:tabLst>
                <a:tab pos="241300" algn="l"/>
              </a:tabLst>
            </a:pPr>
            <a:r>
              <a:rPr lang="en-US" sz="3200" b="1" spc="-5" dirty="0">
                <a:cs typeface="Arial"/>
              </a:rPr>
              <a:t>Amazon Elastic</a:t>
            </a:r>
            <a:r>
              <a:rPr lang="en-US" sz="3200" b="1" spc="-10" dirty="0">
                <a:cs typeface="Arial"/>
              </a:rPr>
              <a:t> </a:t>
            </a:r>
            <a:r>
              <a:rPr lang="en-US" sz="3200" b="1" dirty="0">
                <a:cs typeface="Arial"/>
              </a:rPr>
              <a:t>MapReduce</a:t>
            </a:r>
          </a:p>
          <a:p>
            <a:pPr marL="469900" lvl="1">
              <a:spcBef>
                <a:spcPts val="520"/>
              </a:spcBef>
              <a:buChar char="–"/>
              <a:tabLst>
                <a:tab pos="469900" algn="l"/>
              </a:tabLst>
            </a:pPr>
            <a:r>
              <a:rPr lang="en-US" sz="2800" dirty="0">
                <a:cs typeface="Arial"/>
              </a:rPr>
              <a:t>Uses Hadoop MapReduce running on </a:t>
            </a:r>
            <a:r>
              <a:rPr lang="en-US" sz="2800" spc="-5" dirty="0">
                <a:cs typeface="Arial"/>
              </a:rPr>
              <a:t>Amazon</a:t>
            </a:r>
            <a:r>
              <a:rPr lang="en-US" sz="2800" spc="-229" dirty="0">
                <a:cs typeface="Arial"/>
              </a:rPr>
              <a:t> </a:t>
            </a:r>
            <a:r>
              <a:rPr lang="en-US" sz="2800" dirty="0">
                <a:cs typeface="Arial"/>
              </a:rPr>
              <a:t>EC2</a:t>
            </a:r>
          </a:p>
          <a:p>
            <a:pPr marL="469900"/>
            <a:r>
              <a:rPr lang="en-US" dirty="0">
                <a:cs typeface="Arial"/>
              </a:rPr>
              <a:t>… or </a:t>
            </a:r>
            <a:r>
              <a:rPr lang="en-US" spc="-5" dirty="0">
                <a:cs typeface="Arial"/>
              </a:rPr>
              <a:t>Microsoft Azure</a:t>
            </a:r>
            <a:r>
              <a:rPr lang="en-US" spc="-155" dirty="0">
                <a:cs typeface="Arial"/>
              </a:rPr>
              <a:t> </a:t>
            </a:r>
            <a:r>
              <a:rPr lang="en-US" dirty="0">
                <a:cs typeface="Arial"/>
              </a:rPr>
              <a:t>HDInsight</a:t>
            </a:r>
          </a:p>
          <a:p>
            <a:pPr marL="469900"/>
            <a:r>
              <a:rPr lang="en-US" dirty="0">
                <a:cs typeface="Arial"/>
              </a:rPr>
              <a:t>… or </a:t>
            </a:r>
            <a:r>
              <a:rPr lang="en-US" spc="-5" dirty="0">
                <a:cs typeface="Arial"/>
              </a:rPr>
              <a:t>Google </a:t>
            </a:r>
            <a:r>
              <a:rPr lang="en-US" dirty="0">
                <a:cs typeface="Arial"/>
              </a:rPr>
              <a:t>Cloud MapReduce </a:t>
            </a:r>
            <a:r>
              <a:rPr lang="en-US" spc="-5" dirty="0">
                <a:cs typeface="Arial"/>
              </a:rPr>
              <a:t>for </a:t>
            </a:r>
            <a:r>
              <a:rPr lang="en-US" dirty="0">
                <a:cs typeface="Arial"/>
              </a:rPr>
              <a:t>App</a:t>
            </a:r>
            <a:r>
              <a:rPr lang="en-US" spc="-200" dirty="0">
                <a:cs typeface="Arial"/>
              </a:rPr>
              <a:t> </a:t>
            </a:r>
            <a:r>
              <a:rPr lang="en-US" dirty="0">
                <a:cs typeface="Arial"/>
              </a:rPr>
              <a:t>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458" y="772951"/>
            <a:ext cx="7886700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MapReduce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AD75C1-D68E-4B91-9331-59FAFDCFD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Automatic parallelization &amp; distribution</a:t>
            </a:r>
          </a:p>
          <a:p>
            <a:r>
              <a:rPr lang="en-US" dirty="0"/>
              <a:t>Fault-tolerant</a:t>
            </a:r>
          </a:p>
          <a:p>
            <a:r>
              <a:rPr lang="en-US" dirty="0"/>
              <a:t>Provides status and monitoring tools</a:t>
            </a:r>
          </a:p>
          <a:p>
            <a:r>
              <a:rPr lang="en-US" dirty="0"/>
              <a:t>Clean abstraction for programmers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72195"/>
            <a:ext cx="8294124" cy="511422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sz="3600" b="1" dirty="0"/>
              <a:t>MapReduce Working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D13E03-E01F-4ED8-A900-4A85DF6F1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41300">
              <a:spcBef>
                <a:spcPts val="720"/>
              </a:spcBef>
              <a:tabLst>
                <a:tab pos="241300" algn="l"/>
              </a:tabLst>
            </a:pPr>
            <a:r>
              <a:rPr lang="en-US" dirty="0">
                <a:solidFill>
                  <a:srgbClr val="800000"/>
                </a:solidFill>
                <a:latin typeface="Arial"/>
                <a:cs typeface="Arial"/>
              </a:rPr>
              <a:t>Map</a:t>
            </a:r>
            <a:endParaRPr lang="en-US" dirty="0">
              <a:latin typeface="Arial"/>
              <a:cs typeface="Arial"/>
            </a:endParaRPr>
          </a:p>
          <a:p>
            <a:pPr marL="469900">
              <a:spcBef>
                <a:spcPts val="625"/>
              </a:spcBef>
            </a:pPr>
            <a:r>
              <a:rPr lang="en-US" spc="-5" dirty="0">
                <a:latin typeface="Arial"/>
                <a:cs typeface="Arial"/>
              </a:rPr>
              <a:t>Grab the </a:t>
            </a:r>
            <a:r>
              <a:rPr lang="en-US" dirty="0">
                <a:latin typeface="Arial"/>
                <a:cs typeface="Arial"/>
              </a:rPr>
              <a:t>relevant </a:t>
            </a:r>
            <a:r>
              <a:rPr lang="en-US" spc="-5" dirty="0">
                <a:latin typeface="Arial"/>
                <a:cs typeface="Arial"/>
              </a:rPr>
              <a:t>data from the</a:t>
            </a:r>
            <a:r>
              <a:rPr lang="en-US" spc="-2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source</a:t>
            </a:r>
          </a:p>
          <a:p>
            <a:pPr marL="469900" marR="598805">
              <a:lnSpc>
                <a:spcPts val="3500"/>
              </a:lnSpc>
              <a:spcBef>
                <a:spcPts val="130"/>
              </a:spcBef>
            </a:pPr>
            <a:r>
              <a:rPr lang="en-US" dirty="0">
                <a:latin typeface="Arial"/>
                <a:cs typeface="Arial"/>
              </a:rPr>
              <a:t>User </a:t>
            </a:r>
            <a:r>
              <a:rPr lang="en-US" spc="-5" dirty="0">
                <a:latin typeface="Arial"/>
                <a:cs typeface="Arial"/>
              </a:rPr>
              <a:t>function gets </a:t>
            </a:r>
            <a:r>
              <a:rPr lang="en-US" dirty="0">
                <a:latin typeface="Arial"/>
                <a:cs typeface="Arial"/>
              </a:rPr>
              <a:t>called </a:t>
            </a:r>
            <a:r>
              <a:rPr lang="en-US" spc="-5" dirty="0">
                <a:latin typeface="Arial"/>
                <a:cs typeface="Arial"/>
              </a:rPr>
              <a:t>for </a:t>
            </a:r>
            <a:r>
              <a:rPr lang="en-US" dirty="0">
                <a:latin typeface="Arial"/>
                <a:cs typeface="Arial"/>
              </a:rPr>
              <a:t>each chunk of input  </a:t>
            </a:r>
          </a:p>
          <a:p>
            <a:pPr marL="469900" marR="598805">
              <a:lnSpc>
                <a:spcPts val="3500"/>
              </a:lnSpc>
              <a:spcBef>
                <a:spcPts val="130"/>
              </a:spcBef>
            </a:pPr>
            <a:r>
              <a:rPr lang="en-US" spc="-5" dirty="0">
                <a:latin typeface="Arial"/>
                <a:cs typeface="Arial"/>
              </a:rPr>
              <a:t>Spits </a:t>
            </a:r>
            <a:r>
              <a:rPr lang="en-US" dirty="0">
                <a:latin typeface="Arial"/>
                <a:cs typeface="Arial"/>
              </a:rPr>
              <a:t>out </a:t>
            </a:r>
            <a:r>
              <a:rPr lang="en-US" spc="-40" dirty="0">
                <a:solidFill>
                  <a:srgbClr val="007F00"/>
                </a:solidFill>
                <a:latin typeface="Arial"/>
                <a:cs typeface="Arial"/>
              </a:rPr>
              <a:t>(key, </a:t>
            </a:r>
            <a:r>
              <a:rPr lang="en-US" dirty="0">
                <a:solidFill>
                  <a:srgbClr val="007F00"/>
                </a:solidFill>
                <a:latin typeface="Arial"/>
                <a:cs typeface="Arial"/>
              </a:rPr>
              <a:t>value)</a:t>
            </a:r>
            <a:r>
              <a:rPr lang="en-US" spc="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pairs</a:t>
            </a:r>
          </a:p>
          <a:p>
            <a:pPr marL="241300">
              <a:spcBef>
                <a:spcPts val="1985"/>
              </a:spcBef>
              <a:tabLst>
                <a:tab pos="241300" algn="l"/>
              </a:tabLst>
            </a:pPr>
            <a:r>
              <a:rPr lang="en-US" dirty="0">
                <a:solidFill>
                  <a:srgbClr val="800000"/>
                </a:solidFill>
                <a:latin typeface="Arial"/>
                <a:cs typeface="Arial"/>
              </a:rPr>
              <a:t>Reduce</a:t>
            </a:r>
            <a:endParaRPr lang="en-US" dirty="0">
              <a:latin typeface="Arial"/>
              <a:cs typeface="Arial"/>
            </a:endParaRPr>
          </a:p>
          <a:p>
            <a:pPr marL="469900">
              <a:spcBef>
                <a:spcPts val="525"/>
              </a:spcBef>
            </a:pPr>
            <a:r>
              <a:rPr lang="en-US" spc="-5" dirty="0">
                <a:latin typeface="Arial"/>
                <a:cs typeface="Arial"/>
              </a:rPr>
              <a:t>Aggregate the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lang="en-US" spc="-5" dirty="0">
                <a:latin typeface="Arial"/>
                <a:cs typeface="Arial"/>
              </a:rPr>
              <a:t>results</a:t>
            </a:r>
            <a:endParaRPr lang="en-US" dirty="0">
              <a:latin typeface="Arial"/>
              <a:cs typeface="Arial"/>
            </a:endParaRPr>
          </a:p>
          <a:p>
            <a:pPr marL="469900" marR="5080">
              <a:lnSpc>
                <a:spcPct val="100800"/>
              </a:lnSpc>
              <a:spcBef>
                <a:spcPts val="600"/>
              </a:spcBef>
            </a:pPr>
            <a:r>
              <a:rPr lang="en-US" dirty="0">
                <a:latin typeface="Arial"/>
                <a:cs typeface="Arial"/>
              </a:rPr>
              <a:t>User </a:t>
            </a:r>
            <a:r>
              <a:rPr lang="en-US" spc="-5" dirty="0">
                <a:latin typeface="Arial"/>
                <a:cs typeface="Arial"/>
              </a:rPr>
              <a:t>function gets </a:t>
            </a:r>
            <a:r>
              <a:rPr lang="en-US" dirty="0">
                <a:latin typeface="Arial"/>
                <a:cs typeface="Arial"/>
              </a:rPr>
              <a:t>called </a:t>
            </a:r>
            <a:r>
              <a:rPr lang="en-US" spc="-5" dirty="0">
                <a:solidFill>
                  <a:srgbClr val="007F00"/>
                </a:solidFill>
                <a:latin typeface="Arial"/>
                <a:cs typeface="Arial"/>
              </a:rPr>
              <a:t>for </a:t>
            </a:r>
            <a:r>
              <a:rPr lang="en-US" dirty="0">
                <a:solidFill>
                  <a:srgbClr val="007F00"/>
                </a:solidFill>
                <a:latin typeface="Arial"/>
                <a:cs typeface="Arial"/>
              </a:rPr>
              <a:t>each unique key </a:t>
            </a:r>
            <a:r>
              <a:rPr lang="en-US" spc="-5" dirty="0">
                <a:latin typeface="Arial"/>
                <a:cs typeface="Arial"/>
              </a:rPr>
              <a:t>with </a:t>
            </a:r>
            <a:r>
              <a:rPr lang="en-US" dirty="0">
                <a:solidFill>
                  <a:srgbClr val="007F00"/>
                </a:solidFill>
                <a:latin typeface="Arial"/>
                <a:cs typeface="Arial"/>
              </a:rPr>
              <a:t>all values corresponding </a:t>
            </a:r>
            <a:r>
              <a:rPr lang="en-US" spc="-5" dirty="0">
                <a:solidFill>
                  <a:srgbClr val="007F00"/>
                </a:solidFill>
                <a:latin typeface="Arial"/>
                <a:cs typeface="Arial"/>
              </a:rPr>
              <a:t>to that</a:t>
            </a:r>
            <a:r>
              <a:rPr lang="en-US" spc="-30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7F00"/>
                </a:solidFill>
                <a:latin typeface="Arial"/>
                <a:cs typeface="Arial"/>
              </a:rPr>
              <a:t>key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AF98-40D1-4670-9CAF-9F943765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MapReduce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D019B-F4DD-4776-8010-BD7497B3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8" y="1814052"/>
            <a:ext cx="7241458" cy="454229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Map: (input data) → intermediate(key/value pairs)</a:t>
            </a:r>
          </a:p>
          <a:p>
            <a:pPr algn="just"/>
            <a:r>
              <a:rPr lang="en-US" dirty="0"/>
              <a:t>Reduce: intermediate(key/value pairs) → result files</a:t>
            </a:r>
          </a:p>
        </p:txBody>
      </p:sp>
    </p:spTree>
    <p:extLst>
      <p:ext uri="{BB962C8B-B14F-4D97-AF65-F5344CB8AC3E}">
        <p14:creationId xmlns:p14="http://schemas.microsoft.com/office/powerpoint/2010/main" val="2381501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AF98-40D1-4670-9CAF-9F9437653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10" y="86874"/>
            <a:ext cx="8332091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MapReduce Working</a:t>
            </a:r>
          </a:p>
        </p:txBody>
      </p:sp>
      <p:grpSp>
        <p:nvGrpSpPr>
          <p:cNvPr id="14" name="object 2">
            <a:extLst>
              <a:ext uri="{FF2B5EF4-FFF2-40B4-BE49-F238E27FC236}">
                <a16:creationId xmlns:a16="http://schemas.microsoft.com/office/drawing/2014/main" id="{53494FB3-73CD-4767-B140-3EBEEFAA67DB}"/>
              </a:ext>
            </a:extLst>
          </p:cNvPr>
          <p:cNvGrpSpPr/>
          <p:nvPr/>
        </p:nvGrpSpPr>
        <p:grpSpPr>
          <a:xfrm>
            <a:off x="575187" y="3782568"/>
            <a:ext cx="8229600" cy="2573783"/>
            <a:chOff x="408431" y="3782567"/>
            <a:chExt cx="8437245" cy="2566670"/>
          </a:xfrm>
        </p:grpSpPr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80D3CE45-0D86-4DE2-94A8-D51BDB9520FC}"/>
                </a:ext>
              </a:extLst>
            </p:cNvPr>
            <p:cNvSpPr/>
            <p:nvPr/>
          </p:nvSpPr>
          <p:spPr>
            <a:xfrm>
              <a:off x="408431" y="3782567"/>
              <a:ext cx="8436864" cy="25664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39205974-21C2-4F7F-8E04-188825B061E0}"/>
                </a:ext>
              </a:extLst>
            </p:cNvPr>
            <p:cNvSpPr/>
            <p:nvPr/>
          </p:nvSpPr>
          <p:spPr>
            <a:xfrm>
              <a:off x="457201" y="3810495"/>
              <a:ext cx="8341359" cy="2470150"/>
            </a:xfrm>
            <a:custGeom>
              <a:avLst/>
              <a:gdLst/>
              <a:ahLst/>
              <a:cxnLst/>
              <a:rect l="l" t="t" r="r" b="b"/>
              <a:pathLst>
                <a:path w="8341359" h="2470150">
                  <a:moveTo>
                    <a:pt x="8123490" y="0"/>
                  </a:moveTo>
                  <a:lnTo>
                    <a:pt x="217585" y="0"/>
                  </a:lnTo>
                  <a:lnTo>
                    <a:pt x="167694" y="5746"/>
                  </a:lnTo>
                  <a:lnTo>
                    <a:pt x="121896" y="22114"/>
                  </a:lnTo>
                  <a:lnTo>
                    <a:pt x="81496" y="47798"/>
                  </a:lnTo>
                  <a:lnTo>
                    <a:pt x="47800" y="81492"/>
                  </a:lnTo>
                  <a:lnTo>
                    <a:pt x="22115" y="121890"/>
                  </a:lnTo>
                  <a:lnTo>
                    <a:pt x="5746" y="167687"/>
                  </a:lnTo>
                  <a:lnTo>
                    <a:pt x="0" y="217576"/>
                  </a:lnTo>
                  <a:lnTo>
                    <a:pt x="0" y="2252171"/>
                  </a:lnTo>
                  <a:lnTo>
                    <a:pt x="5746" y="2302061"/>
                  </a:lnTo>
                  <a:lnTo>
                    <a:pt x="22115" y="2347859"/>
                  </a:lnTo>
                  <a:lnTo>
                    <a:pt x="47800" y="2388259"/>
                  </a:lnTo>
                  <a:lnTo>
                    <a:pt x="81496" y="2421955"/>
                  </a:lnTo>
                  <a:lnTo>
                    <a:pt x="121896" y="2447640"/>
                  </a:lnTo>
                  <a:lnTo>
                    <a:pt x="167694" y="2464009"/>
                  </a:lnTo>
                  <a:lnTo>
                    <a:pt x="217585" y="2469756"/>
                  </a:lnTo>
                  <a:lnTo>
                    <a:pt x="8123490" y="2469756"/>
                  </a:lnTo>
                  <a:lnTo>
                    <a:pt x="8173380" y="2464009"/>
                  </a:lnTo>
                  <a:lnTo>
                    <a:pt x="8219178" y="2447640"/>
                  </a:lnTo>
                  <a:lnTo>
                    <a:pt x="8259579" y="2421955"/>
                  </a:lnTo>
                  <a:lnTo>
                    <a:pt x="8293276" y="2388259"/>
                  </a:lnTo>
                  <a:lnTo>
                    <a:pt x="8318962" y="2347859"/>
                  </a:lnTo>
                  <a:lnTo>
                    <a:pt x="8335332" y="2302061"/>
                  </a:lnTo>
                  <a:lnTo>
                    <a:pt x="8341079" y="2252171"/>
                  </a:lnTo>
                  <a:lnTo>
                    <a:pt x="8341079" y="217576"/>
                  </a:lnTo>
                  <a:lnTo>
                    <a:pt x="8335332" y="167687"/>
                  </a:lnTo>
                  <a:lnTo>
                    <a:pt x="8318962" y="121890"/>
                  </a:lnTo>
                  <a:lnTo>
                    <a:pt x="8293276" y="81492"/>
                  </a:lnTo>
                  <a:lnTo>
                    <a:pt x="8259579" y="47798"/>
                  </a:lnTo>
                  <a:lnTo>
                    <a:pt x="8219178" y="22114"/>
                  </a:lnTo>
                  <a:lnTo>
                    <a:pt x="8173380" y="5746"/>
                  </a:lnTo>
                  <a:lnTo>
                    <a:pt x="8123490" y="0"/>
                  </a:lnTo>
                  <a:close/>
                </a:path>
              </a:pathLst>
            </a:custGeom>
            <a:solidFill>
              <a:srgbClr val="C6EEEE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DDE11067-748C-45ED-8B9E-81EF01185A85}"/>
                </a:ext>
              </a:extLst>
            </p:cNvPr>
            <p:cNvSpPr/>
            <p:nvPr/>
          </p:nvSpPr>
          <p:spPr>
            <a:xfrm>
              <a:off x="457201" y="3810495"/>
              <a:ext cx="8341359" cy="2470150"/>
            </a:xfrm>
            <a:custGeom>
              <a:avLst/>
              <a:gdLst/>
              <a:ahLst/>
              <a:cxnLst/>
              <a:rect l="l" t="t" r="r" b="b"/>
              <a:pathLst>
                <a:path w="8341359" h="2470150">
                  <a:moveTo>
                    <a:pt x="0" y="217585"/>
                  </a:moveTo>
                  <a:lnTo>
                    <a:pt x="5746" y="167694"/>
                  </a:lnTo>
                  <a:lnTo>
                    <a:pt x="22115" y="121896"/>
                  </a:lnTo>
                  <a:lnTo>
                    <a:pt x="47801" y="81496"/>
                  </a:lnTo>
                  <a:lnTo>
                    <a:pt x="81496" y="47801"/>
                  </a:lnTo>
                  <a:lnTo>
                    <a:pt x="121896" y="22115"/>
                  </a:lnTo>
                  <a:lnTo>
                    <a:pt x="167694" y="5746"/>
                  </a:lnTo>
                  <a:lnTo>
                    <a:pt x="217585" y="0"/>
                  </a:lnTo>
                  <a:lnTo>
                    <a:pt x="8123494" y="0"/>
                  </a:lnTo>
                  <a:lnTo>
                    <a:pt x="8173385" y="5746"/>
                  </a:lnTo>
                  <a:lnTo>
                    <a:pt x="8219184" y="22115"/>
                  </a:lnTo>
                  <a:lnTo>
                    <a:pt x="8259585" y="47801"/>
                  </a:lnTo>
                  <a:lnTo>
                    <a:pt x="8293282" y="81496"/>
                  </a:lnTo>
                  <a:lnTo>
                    <a:pt x="8318968" y="121896"/>
                  </a:lnTo>
                  <a:lnTo>
                    <a:pt x="8335337" y="167694"/>
                  </a:lnTo>
                  <a:lnTo>
                    <a:pt x="8341084" y="217585"/>
                  </a:lnTo>
                  <a:lnTo>
                    <a:pt x="8341084" y="2252181"/>
                  </a:lnTo>
                  <a:lnTo>
                    <a:pt x="8335337" y="2302071"/>
                  </a:lnTo>
                  <a:lnTo>
                    <a:pt x="8318968" y="2347869"/>
                  </a:lnTo>
                  <a:lnTo>
                    <a:pt x="8293282" y="2388268"/>
                  </a:lnTo>
                  <a:lnTo>
                    <a:pt x="8259585" y="2421962"/>
                  </a:lnTo>
                  <a:lnTo>
                    <a:pt x="8219184" y="2447646"/>
                  </a:lnTo>
                  <a:lnTo>
                    <a:pt x="8173385" y="2464015"/>
                  </a:lnTo>
                  <a:lnTo>
                    <a:pt x="8123494" y="2469761"/>
                  </a:lnTo>
                  <a:lnTo>
                    <a:pt x="217585" y="2469761"/>
                  </a:lnTo>
                  <a:lnTo>
                    <a:pt x="167694" y="2464015"/>
                  </a:lnTo>
                  <a:lnTo>
                    <a:pt x="121896" y="2447646"/>
                  </a:lnTo>
                  <a:lnTo>
                    <a:pt x="81496" y="2421962"/>
                  </a:lnTo>
                  <a:lnTo>
                    <a:pt x="47801" y="2388268"/>
                  </a:lnTo>
                  <a:lnTo>
                    <a:pt x="22115" y="2347869"/>
                  </a:lnTo>
                  <a:lnTo>
                    <a:pt x="5746" y="2302071"/>
                  </a:lnTo>
                  <a:lnTo>
                    <a:pt x="0" y="2252181"/>
                  </a:lnTo>
                  <a:lnTo>
                    <a:pt x="0" y="21758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grpSp>
        <p:nvGrpSpPr>
          <p:cNvPr id="18" name="object 6">
            <a:extLst>
              <a:ext uri="{FF2B5EF4-FFF2-40B4-BE49-F238E27FC236}">
                <a16:creationId xmlns:a16="http://schemas.microsoft.com/office/drawing/2014/main" id="{70457F21-1159-4355-86B1-AD8F702BA5D9}"/>
              </a:ext>
            </a:extLst>
          </p:cNvPr>
          <p:cNvGrpSpPr/>
          <p:nvPr/>
        </p:nvGrpSpPr>
        <p:grpSpPr>
          <a:xfrm>
            <a:off x="471948" y="1021080"/>
            <a:ext cx="8332467" cy="2664460"/>
            <a:chOff x="408431" y="1021080"/>
            <a:chExt cx="8437245" cy="2664460"/>
          </a:xfrm>
        </p:grpSpPr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E24D2791-6B27-4A3F-9CD0-DE2FF4D9F4EF}"/>
                </a:ext>
              </a:extLst>
            </p:cNvPr>
            <p:cNvSpPr/>
            <p:nvPr/>
          </p:nvSpPr>
          <p:spPr>
            <a:xfrm>
              <a:off x="408431" y="1021080"/>
              <a:ext cx="8436864" cy="26639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0" name="object 8">
              <a:extLst>
                <a:ext uri="{FF2B5EF4-FFF2-40B4-BE49-F238E27FC236}">
                  <a16:creationId xmlns:a16="http://schemas.microsoft.com/office/drawing/2014/main" id="{5DDB53BC-2776-4F8C-9D3D-B9C4C8DCF074}"/>
                </a:ext>
              </a:extLst>
            </p:cNvPr>
            <p:cNvSpPr/>
            <p:nvPr/>
          </p:nvSpPr>
          <p:spPr>
            <a:xfrm>
              <a:off x="457199" y="1049870"/>
              <a:ext cx="8341359" cy="2568575"/>
            </a:xfrm>
            <a:custGeom>
              <a:avLst/>
              <a:gdLst/>
              <a:ahLst/>
              <a:cxnLst/>
              <a:rect l="l" t="t" r="r" b="b"/>
              <a:pathLst>
                <a:path w="8341359" h="2568575">
                  <a:moveTo>
                    <a:pt x="8114830" y="0"/>
                  </a:moveTo>
                  <a:lnTo>
                    <a:pt x="226250" y="0"/>
                  </a:lnTo>
                  <a:lnTo>
                    <a:pt x="180653" y="4596"/>
                  </a:lnTo>
                  <a:lnTo>
                    <a:pt x="138183" y="17779"/>
                  </a:lnTo>
                  <a:lnTo>
                    <a:pt x="99751" y="38639"/>
                  </a:lnTo>
                  <a:lnTo>
                    <a:pt x="66267" y="66267"/>
                  </a:lnTo>
                  <a:lnTo>
                    <a:pt x="38640" y="99751"/>
                  </a:lnTo>
                  <a:lnTo>
                    <a:pt x="17779" y="138183"/>
                  </a:lnTo>
                  <a:lnTo>
                    <a:pt x="4596" y="180652"/>
                  </a:lnTo>
                  <a:lnTo>
                    <a:pt x="0" y="226250"/>
                  </a:lnTo>
                  <a:lnTo>
                    <a:pt x="0" y="2341892"/>
                  </a:lnTo>
                  <a:lnTo>
                    <a:pt x="4596" y="2387490"/>
                  </a:lnTo>
                  <a:lnTo>
                    <a:pt x="17779" y="2429959"/>
                  </a:lnTo>
                  <a:lnTo>
                    <a:pt x="38640" y="2468391"/>
                  </a:lnTo>
                  <a:lnTo>
                    <a:pt x="66267" y="2501876"/>
                  </a:lnTo>
                  <a:lnTo>
                    <a:pt x="99751" y="2529503"/>
                  </a:lnTo>
                  <a:lnTo>
                    <a:pt x="138183" y="2550363"/>
                  </a:lnTo>
                  <a:lnTo>
                    <a:pt x="180653" y="2563546"/>
                  </a:lnTo>
                  <a:lnTo>
                    <a:pt x="226250" y="2568143"/>
                  </a:lnTo>
                  <a:lnTo>
                    <a:pt x="8114830" y="2568143"/>
                  </a:lnTo>
                  <a:lnTo>
                    <a:pt x="8160427" y="2563546"/>
                  </a:lnTo>
                  <a:lnTo>
                    <a:pt x="8202897" y="2550363"/>
                  </a:lnTo>
                  <a:lnTo>
                    <a:pt x="8241329" y="2529503"/>
                  </a:lnTo>
                  <a:lnTo>
                    <a:pt x="8274813" y="2501876"/>
                  </a:lnTo>
                  <a:lnTo>
                    <a:pt x="8302440" y="2468391"/>
                  </a:lnTo>
                  <a:lnTo>
                    <a:pt x="8323300" y="2429959"/>
                  </a:lnTo>
                  <a:lnTo>
                    <a:pt x="8336484" y="2387490"/>
                  </a:lnTo>
                  <a:lnTo>
                    <a:pt x="8341080" y="2341892"/>
                  </a:lnTo>
                  <a:lnTo>
                    <a:pt x="8341080" y="226250"/>
                  </a:lnTo>
                  <a:lnTo>
                    <a:pt x="8336484" y="180652"/>
                  </a:lnTo>
                  <a:lnTo>
                    <a:pt x="8323300" y="138183"/>
                  </a:lnTo>
                  <a:lnTo>
                    <a:pt x="8302440" y="99751"/>
                  </a:lnTo>
                  <a:lnTo>
                    <a:pt x="8274813" y="66267"/>
                  </a:lnTo>
                  <a:lnTo>
                    <a:pt x="8241329" y="38639"/>
                  </a:lnTo>
                  <a:lnTo>
                    <a:pt x="8202897" y="17779"/>
                  </a:lnTo>
                  <a:lnTo>
                    <a:pt x="8160427" y="4596"/>
                  </a:lnTo>
                  <a:lnTo>
                    <a:pt x="8114830" y="0"/>
                  </a:lnTo>
                  <a:close/>
                </a:path>
              </a:pathLst>
            </a:custGeom>
            <a:solidFill>
              <a:srgbClr val="C6EEEE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21" name="object 9">
              <a:extLst>
                <a:ext uri="{FF2B5EF4-FFF2-40B4-BE49-F238E27FC236}">
                  <a16:creationId xmlns:a16="http://schemas.microsoft.com/office/drawing/2014/main" id="{C8A74C61-9AF9-4E9A-A3FB-3B6D206ADB55}"/>
                </a:ext>
              </a:extLst>
            </p:cNvPr>
            <p:cNvSpPr/>
            <p:nvPr/>
          </p:nvSpPr>
          <p:spPr>
            <a:xfrm>
              <a:off x="457199" y="1049870"/>
              <a:ext cx="8341359" cy="2568575"/>
            </a:xfrm>
            <a:custGeom>
              <a:avLst/>
              <a:gdLst/>
              <a:ahLst/>
              <a:cxnLst/>
              <a:rect l="l" t="t" r="r" b="b"/>
              <a:pathLst>
                <a:path w="8341359" h="2568575">
                  <a:moveTo>
                    <a:pt x="0" y="226251"/>
                  </a:moveTo>
                  <a:lnTo>
                    <a:pt x="4596" y="180653"/>
                  </a:lnTo>
                  <a:lnTo>
                    <a:pt x="17779" y="138183"/>
                  </a:lnTo>
                  <a:lnTo>
                    <a:pt x="38640" y="99751"/>
                  </a:lnTo>
                  <a:lnTo>
                    <a:pt x="66267" y="66267"/>
                  </a:lnTo>
                  <a:lnTo>
                    <a:pt x="99751" y="38640"/>
                  </a:lnTo>
                  <a:lnTo>
                    <a:pt x="138183" y="17779"/>
                  </a:lnTo>
                  <a:lnTo>
                    <a:pt x="180653" y="4596"/>
                  </a:lnTo>
                  <a:lnTo>
                    <a:pt x="226251" y="0"/>
                  </a:lnTo>
                  <a:lnTo>
                    <a:pt x="8114834" y="0"/>
                  </a:lnTo>
                  <a:lnTo>
                    <a:pt x="8160430" y="4596"/>
                  </a:lnTo>
                  <a:lnTo>
                    <a:pt x="8202899" y="17779"/>
                  </a:lnTo>
                  <a:lnTo>
                    <a:pt x="8241331" y="38640"/>
                  </a:lnTo>
                  <a:lnTo>
                    <a:pt x="8274815" y="66267"/>
                  </a:lnTo>
                  <a:lnTo>
                    <a:pt x="8302443" y="99751"/>
                  </a:lnTo>
                  <a:lnTo>
                    <a:pt x="8323304" y="138183"/>
                  </a:lnTo>
                  <a:lnTo>
                    <a:pt x="8336487" y="180653"/>
                  </a:lnTo>
                  <a:lnTo>
                    <a:pt x="8341084" y="226251"/>
                  </a:lnTo>
                  <a:lnTo>
                    <a:pt x="8341084" y="2341901"/>
                  </a:lnTo>
                  <a:lnTo>
                    <a:pt x="8336487" y="2387497"/>
                  </a:lnTo>
                  <a:lnTo>
                    <a:pt x="8323304" y="2429966"/>
                  </a:lnTo>
                  <a:lnTo>
                    <a:pt x="8302443" y="2468397"/>
                  </a:lnTo>
                  <a:lnTo>
                    <a:pt x="8274815" y="2501882"/>
                  </a:lnTo>
                  <a:lnTo>
                    <a:pt x="8241331" y="2529510"/>
                  </a:lnTo>
                  <a:lnTo>
                    <a:pt x="8202899" y="2550370"/>
                  </a:lnTo>
                  <a:lnTo>
                    <a:pt x="8160430" y="2563554"/>
                  </a:lnTo>
                  <a:lnTo>
                    <a:pt x="8114834" y="2568151"/>
                  </a:lnTo>
                  <a:lnTo>
                    <a:pt x="226251" y="2568151"/>
                  </a:lnTo>
                  <a:lnTo>
                    <a:pt x="180653" y="2563554"/>
                  </a:lnTo>
                  <a:lnTo>
                    <a:pt x="138183" y="2550370"/>
                  </a:lnTo>
                  <a:lnTo>
                    <a:pt x="99751" y="2529510"/>
                  </a:lnTo>
                  <a:lnTo>
                    <a:pt x="66267" y="2501882"/>
                  </a:lnTo>
                  <a:lnTo>
                    <a:pt x="38640" y="2468397"/>
                  </a:lnTo>
                  <a:lnTo>
                    <a:pt x="17779" y="2429966"/>
                  </a:lnTo>
                  <a:lnTo>
                    <a:pt x="4596" y="2387497"/>
                  </a:lnTo>
                  <a:lnTo>
                    <a:pt x="0" y="2341901"/>
                  </a:lnTo>
                  <a:lnTo>
                    <a:pt x="0" y="22625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00"/>
            </a:p>
          </p:txBody>
        </p:sp>
      </p:grpSp>
      <p:sp>
        <p:nvSpPr>
          <p:cNvPr id="22" name="object 10">
            <a:extLst>
              <a:ext uri="{FF2B5EF4-FFF2-40B4-BE49-F238E27FC236}">
                <a16:creationId xmlns:a16="http://schemas.microsoft.com/office/drawing/2014/main" id="{CF04FEAB-BA0A-41BD-88AB-04D625E102BD}"/>
              </a:ext>
            </a:extLst>
          </p:cNvPr>
          <p:cNvSpPr txBox="1"/>
          <p:nvPr/>
        </p:nvSpPr>
        <p:spPr>
          <a:xfrm>
            <a:off x="1150374" y="1162965"/>
            <a:ext cx="6887498" cy="5141792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8600">
              <a:spcBef>
                <a:spcPts val="375"/>
              </a:spcBef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solidFill>
                  <a:srgbClr val="800000"/>
                </a:solidFill>
                <a:latin typeface="Arial"/>
                <a:cs typeface="Arial"/>
              </a:rPr>
              <a:t>Map</a:t>
            </a:r>
            <a:endParaRPr dirty="0">
              <a:latin typeface="Arial"/>
              <a:cs typeface="Arial"/>
            </a:endParaRPr>
          </a:p>
          <a:p>
            <a:pPr marL="469900" lvl="1" indent="-228600">
              <a:spcBef>
                <a:spcPts val="250"/>
              </a:spcBef>
              <a:buChar char="–"/>
              <a:tabLst>
                <a:tab pos="469900" algn="l"/>
              </a:tabLst>
            </a:pPr>
            <a:r>
              <a:rPr sz="1600" dirty="0">
                <a:latin typeface="Arial"/>
                <a:cs typeface="Arial"/>
              </a:rPr>
              <a:t>Grab the </a:t>
            </a:r>
            <a:r>
              <a:rPr sz="1600" spc="-5" dirty="0">
                <a:latin typeface="Arial"/>
                <a:cs typeface="Arial"/>
              </a:rPr>
              <a:t>relevant data </a:t>
            </a:r>
            <a:r>
              <a:rPr sz="1600" dirty="0">
                <a:latin typeface="Arial"/>
                <a:cs typeface="Arial"/>
              </a:rPr>
              <a:t>from the </a:t>
            </a:r>
            <a:r>
              <a:rPr sz="1600" spc="-5" dirty="0">
                <a:latin typeface="Arial"/>
                <a:cs typeface="Arial"/>
              </a:rPr>
              <a:t>source (parse into </a:t>
            </a:r>
            <a:r>
              <a:rPr sz="1600" spc="-35" dirty="0">
                <a:latin typeface="Arial"/>
                <a:cs typeface="Arial"/>
              </a:rPr>
              <a:t>key,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value)</a:t>
            </a:r>
            <a:endParaRPr sz="1600" dirty="0">
              <a:latin typeface="Arial"/>
              <a:cs typeface="Arial"/>
            </a:endParaRPr>
          </a:p>
          <a:p>
            <a:pPr marL="469900" lvl="1" indent="-228600">
              <a:spcBef>
                <a:spcPts val="170"/>
              </a:spcBef>
              <a:buChar char="–"/>
              <a:tabLst>
                <a:tab pos="469900" algn="l"/>
              </a:tabLst>
            </a:pPr>
            <a:r>
              <a:rPr sz="1600" spc="-5" dirty="0">
                <a:latin typeface="Arial"/>
                <a:cs typeface="Arial"/>
              </a:rPr>
              <a:t>Write it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5" dirty="0">
                <a:latin typeface="Arial"/>
                <a:cs typeface="Arial"/>
              </a:rPr>
              <a:t>an intermediate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file</a:t>
            </a:r>
            <a:endParaRPr sz="2800" dirty="0">
              <a:latin typeface="Arial"/>
              <a:cs typeface="Arial"/>
            </a:endParaRPr>
          </a:p>
          <a:p>
            <a:pPr marL="241300" indent="-228600">
              <a:spcBef>
                <a:spcPts val="5"/>
              </a:spcBef>
              <a:buChar char="•"/>
              <a:tabLst>
                <a:tab pos="240665" algn="l"/>
                <a:tab pos="241300" algn="l"/>
              </a:tabLst>
            </a:pPr>
            <a:endParaRPr lang="en-US" spc="-5" dirty="0">
              <a:solidFill>
                <a:srgbClr val="800000"/>
              </a:solidFill>
              <a:latin typeface="Arial"/>
              <a:cs typeface="Arial"/>
            </a:endParaRPr>
          </a:p>
          <a:p>
            <a:pPr marL="241300" indent="-228600">
              <a:spcBef>
                <a:spcPts val="5"/>
              </a:spcBef>
              <a:buChar char="•"/>
              <a:tabLst>
                <a:tab pos="240665" algn="l"/>
                <a:tab pos="241300" algn="l"/>
              </a:tabLst>
            </a:pPr>
            <a:r>
              <a:rPr lang="en-US" spc="-5" dirty="0">
                <a:solidFill>
                  <a:srgbClr val="800000"/>
                </a:solidFill>
                <a:latin typeface="Arial"/>
                <a:cs typeface="Arial"/>
              </a:rPr>
              <a:t>Partition</a:t>
            </a:r>
            <a:endParaRPr dirty="0">
              <a:latin typeface="Arial"/>
              <a:cs typeface="Arial"/>
            </a:endParaRPr>
          </a:p>
          <a:p>
            <a:pPr marL="469900" lvl="1" indent="-228600">
              <a:spcBef>
                <a:spcPts val="150"/>
              </a:spcBef>
              <a:buChar char="–"/>
              <a:tabLst>
                <a:tab pos="469900" algn="l"/>
              </a:tabLst>
            </a:pPr>
            <a:r>
              <a:rPr sz="1600" spc="-5" dirty="0">
                <a:latin typeface="Arial"/>
                <a:cs typeface="Arial"/>
              </a:rPr>
              <a:t>Partitioning: identify which of </a:t>
            </a:r>
            <a:r>
              <a:rPr sz="1600" i="1" dirty="0">
                <a:latin typeface="Arial"/>
                <a:cs typeface="Arial"/>
              </a:rPr>
              <a:t>R </a:t>
            </a:r>
            <a:r>
              <a:rPr sz="1600" spc="-5" dirty="0">
                <a:latin typeface="Arial"/>
                <a:cs typeface="Arial"/>
              </a:rPr>
              <a:t>reducers </a:t>
            </a:r>
            <a:r>
              <a:rPr sz="1600" spc="-10" dirty="0">
                <a:latin typeface="Arial"/>
                <a:cs typeface="Arial"/>
              </a:rPr>
              <a:t>will </a:t>
            </a:r>
            <a:r>
              <a:rPr sz="1600" spc="-5" dirty="0">
                <a:latin typeface="Arial"/>
                <a:cs typeface="Arial"/>
              </a:rPr>
              <a:t>handle which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keys</a:t>
            </a:r>
            <a:endParaRPr sz="1600" dirty="0">
              <a:latin typeface="Arial"/>
              <a:cs typeface="Arial"/>
            </a:endParaRPr>
          </a:p>
          <a:p>
            <a:pPr marL="469900" marR="81280" lvl="1" indent="-228600">
              <a:lnSpc>
                <a:spcPts val="1700"/>
              </a:lnSpc>
              <a:spcBef>
                <a:spcPts val="409"/>
              </a:spcBef>
              <a:buChar char="–"/>
              <a:tabLst>
                <a:tab pos="469900" algn="l"/>
              </a:tabLst>
            </a:pPr>
            <a:r>
              <a:rPr sz="1600" spc="-5" dirty="0">
                <a:latin typeface="Arial"/>
                <a:cs typeface="Arial"/>
              </a:rPr>
              <a:t>Map partitions data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5" dirty="0">
                <a:latin typeface="Arial"/>
                <a:cs typeface="Arial"/>
              </a:rPr>
              <a:t>target it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5" dirty="0">
                <a:latin typeface="Arial"/>
                <a:cs typeface="Arial"/>
              </a:rPr>
              <a:t>one of </a:t>
            </a:r>
            <a:r>
              <a:rPr sz="1600" i="1" dirty="0">
                <a:latin typeface="Arial"/>
                <a:cs typeface="Arial"/>
              </a:rPr>
              <a:t>R </a:t>
            </a:r>
            <a:r>
              <a:rPr sz="1600" spc="-5" dirty="0">
                <a:latin typeface="Arial"/>
                <a:cs typeface="Arial"/>
              </a:rPr>
              <a:t>Reduce workers based on </a:t>
            </a:r>
            <a:r>
              <a:rPr sz="1600" dirty="0">
                <a:latin typeface="Arial"/>
                <a:cs typeface="Arial"/>
              </a:rPr>
              <a:t>a  </a:t>
            </a:r>
            <a:r>
              <a:rPr sz="1600" spc="-5" dirty="0">
                <a:latin typeface="Arial"/>
                <a:cs typeface="Arial"/>
              </a:rPr>
              <a:t>partitioning function (both </a:t>
            </a:r>
            <a:r>
              <a:rPr sz="1600" i="1" dirty="0">
                <a:latin typeface="Arial"/>
                <a:cs typeface="Arial"/>
              </a:rPr>
              <a:t>R </a:t>
            </a:r>
            <a:r>
              <a:rPr sz="1600" spc="-5" dirty="0">
                <a:latin typeface="Arial"/>
                <a:cs typeface="Arial"/>
              </a:rPr>
              <a:t>and partitioning function user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defined)</a:t>
            </a:r>
            <a:endParaRPr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–"/>
            </a:pPr>
            <a:endParaRPr dirty="0">
              <a:latin typeface="Arial"/>
              <a:cs typeface="Arial"/>
            </a:endParaRPr>
          </a:p>
          <a:p>
            <a:pPr lvl="1">
              <a:spcBef>
                <a:spcPts val="20"/>
              </a:spcBef>
              <a:buFont typeface="Arial"/>
              <a:buChar char="–"/>
            </a:pPr>
            <a:endParaRPr lang="en-US" sz="2400" dirty="0">
              <a:latin typeface="Arial"/>
              <a:cs typeface="Arial"/>
            </a:endParaRPr>
          </a:p>
          <a:p>
            <a:pPr marL="241300" indent="-228600">
              <a:buChar char="•"/>
              <a:tabLst>
                <a:tab pos="240665" algn="l"/>
                <a:tab pos="241300" algn="l"/>
              </a:tabLst>
            </a:pPr>
            <a:r>
              <a:rPr spc="-10" dirty="0">
                <a:solidFill>
                  <a:srgbClr val="800000"/>
                </a:solidFill>
                <a:latin typeface="Arial"/>
                <a:cs typeface="Arial"/>
              </a:rPr>
              <a:t>Shuffle </a:t>
            </a:r>
            <a:r>
              <a:rPr dirty="0">
                <a:solidFill>
                  <a:srgbClr val="800000"/>
                </a:solidFill>
                <a:latin typeface="Arial"/>
                <a:cs typeface="Arial"/>
              </a:rPr>
              <a:t>&amp;</a:t>
            </a:r>
            <a:r>
              <a:rPr spc="-5" dirty="0">
                <a:solidFill>
                  <a:srgbClr val="800000"/>
                </a:solidFill>
                <a:latin typeface="Arial"/>
                <a:cs typeface="Arial"/>
              </a:rPr>
              <a:t> Sort</a:t>
            </a:r>
            <a:endParaRPr dirty="0">
              <a:latin typeface="Arial"/>
              <a:cs typeface="Arial"/>
            </a:endParaRPr>
          </a:p>
          <a:p>
            <a:pPr marL="469900" lvl="1" indent="-228600">
              <a:spcBef>
                <a:spcPts val="225"/>
              </a:spcBef>
              <a:buChar char="–"/>
              <a:tabLst>
                <a:tab pos="469900" algn="l"/>
              </a:tabLst>
            </a:pPr>
            <a:r>
              <a:rPr sz="1600" spc="-10" dirty="0">
                <a:latin typeface="Arial"/>
                <a:cs typeface="Arial"/>
              </a:rPr>
              <a:t>Shuffle: </a:t>
            </a:r>
            <a:r>
              <a:rPr sz="1600" spc="-5" dirty="0">
                <a:latin typeface="Arial"/>
                <a:cs typeface="Arial"/>
              </a:rPr>
              <a:t>Fetch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relevant partition of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output </a:t>
            </a:r>
            <a:r>
              <a:rPr sz="1600" dirty="0">
                <a:latin typeface="Arial"/>
                <a:cs typeface="Arial"/>
              </a:rPr>
              <a:t>from </a:t>
            </a:r>
            <a:r>
              <a:rPr sz="16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mappers</a:t>
            </a:r>
            <a:endParaRPr sz="1600" dirty="0">
              <a:latin typeface="Arial"/>
              <a:cs typeface="Arial"/>
            </a:endParaRPr>
          </a:p>
          <a:p>
            <a:pPr marL="469900" lvl="1" indent="-228600">
              <a:spcBef>
                <a:spcPts val="190"/>
              </a:spcBef>
              <a:buChar char="–"/>
              <a:tabLst>
                <a:tab pos="469900" algn="l"/>
              </a:tabLst>
            </a:pPr>
            <a:r>
              <a:rPr sz="1600" spc="-5" dirty="0">
                <a:latin typeface="Arial"/>
                <a:cs typeface="Arial"/>
              </a:rPr>
              <a:t>Sort by keys (different mappers may have sent data with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same</a:t>
            </a:r>
            <a:r>
              <a:rPr sz="1600" spc="1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key)</a:t>
            </a:r>
            <a:endParaRPr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–"/>
            </a:pPr>
            <a:endParaRPr sz="2800" dirty="0">
              <a:latin typeface="Arial"/>
              <a:cs typeface="Arial"/>
            </a:endParaRPr>
          </a:p>
          <a:p>
            <a:pPr marL="241300" indent="-228600"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solidFill>
                  <a:srgbClr val="800000"/>
                </a:solidFill>
                <a:latin typeface="Arial"/>
                <a:cs typeface="Arial"/>
              </a:rPr>
              <a:t>Reduce</a:t>
            </a:r>
            <a:endParaRPr dirty="0">
              <a:latin typeface="Arial"/>
              <a:cs typeface="Arial"/>
            </a:endParaRPr>
          </a:p>
          <a:p>
            <a:pPr marL="469900" lvl="1" indent="-228600">
              <a:spcBef>
                <a:spcPts val="150"/>
              </a:spcBef>
              <a:buChar char="–"/>
              <a:tabLst>
                <a:tab pos="469900" algn="l"/>
              </a:tabLst>
            </a:pPr>
            <a:r>
              <a:rPr sz="1600" spc="-5" dirty="0">
                <a:latin typeface="Arial"/>
                <a:cs typeface="Arial"/>
              </a:rPr>
              <a:t>Input is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sorted output of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mappers</a:t>
            </a:r>
            <a:endParaRPr sz="1600" dirty="0">
              <a:latin typeface="Arial"/>
              <a:cs typeface="Arial"/>
            </a:endParaRPr>
          </a:p>
          <a:p>
            <a:pPr marL="469900" marR="27305" lvl="1" indent="-228600">
              <a:lnSpc>
                <a:spcPts val="1800"/>
              </a:lnSpc>
              <a:spcBef>
                <a:spcPts val="330"/>
              </a:spcBef>
              <a:buChar char="–"/>
              <a:tabLst>
                <a:tab pos="469900" algn="l"/>
              </a:tabLst>
            </a:pPr>
            <a:r>
              <a:rPr sz="1600" spc="-10" dirty="0">
                <a:latin typeface="Arial"/>
                <a:cs typeface="Arial"/>
              </a:rPr>
              <a:t>Call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user </a:t>
            </a:r>
            <a:r>
              <a:rPr sz="1600" i="1" spc="-5" dirty="0">
                <a:latin typeface="Arial"/>
                <a:cs typeface="Arial"/>
              </a:rPr>
              <a:t>Reduce </a:t>
            </a:r>
            <a:r>
              <a:rPr sz="1600" spc="-5" dirty="0">
                <a:latin typeface="Arial"/>
                <a:cs typeface="Arial"/>
              </a:rPr>
              <a:t>function per key with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list of values </a:t>
            </a:r>
            <a:r>
              <a:rPr sz="1600" dirty="0">
                <a:latin typeface="Arial"/>
                <a:cs typeface="Arial"/>
              </a:rPr>
              <a:t>for </a:t>
            </a:r>
            <a:r>
              <a:rPr sz="1600" spc="-5" dirty="0">
                <a:latin typeface="Arial"/>
                <a:cs typeface="Arial"/>
              </a:rPr>
              <a:t>that key 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5" dirty="0">
                <a:latin typeface="Arial"/>
                <a:cs typeface="Arial"/>
              </a:rPr>
              <a:t>aggregate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results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B9EA3368-5F83-4244-A356-0FC0F1D7900B}"/>
              </a:ext>
            </a:extLst>
          </p:cNvPr>
          <p:cNvSpPr txBox="1"/>
          <p:nvPr/>
        </p:nvSpPr>
        <p:spPr>
          <a:xfrm>
            <a:off x="8296626" y="1669822"/>
            <a:ext cx="248658" cy="190753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algn="ctr">
              <a:lnSpc>
                <a:spcPts val="2090"/>
              </a:lnSpc>
            </a:pPr>
            <a:r>
              <a:rPr sz="1600" spc="-5" dirty="0">
                <a:solidFill>
                  <a:srgbClr val="800000"/>
                </a:solidFill>
                <a:latin typeface="Arial"/>
                <a:cs typeface="Arial"/>
              </a:rPr>
              <a:t>Map</a:t>
            </a:r>
            <a:r>
              <a:rPr sz="16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Arial"/>
                <a:cs typeface="Arial"/>
              </a:rPr>
              <a:t>Worker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8F1444AB-C2BF-4554-B307-9A866EE6C777}"/>
              </a:ext>
            </a:extLst>
          </p:cNvPr>
          <p:cNvSpPr txBox="1"/>
          <p:nvPr/>
        </p:nvSpPr>
        <p:spPr>
          <a:xfrm>
            <a:off x="8272585" y="4337764"/>
            <a:ext cx="248658" cy="19498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algn="ctr">
              <a:lnSpc>
                <a:spcPts val="2090"/>
              </a:lnSpc>
            </a:pPr>
            <a:r>
              <a:rPr sz="1600" spc="-5" dirty="0">
                <a:solidFill>
                  <a:srgbClr val="800000"/>
                </a:solidFill>
                <a:latin typeface="Arial"/>
                <a:cs typeface="Arial"/>
              </a:rPr>
              <a:t>Reduce</a:t>
            </a:r>
            <a:r>
              <a:rPr sz="16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00000"/>
                </a:solidFill>
                <a:latin typeface="Arial"/>
                <a:cs typeface="Arial"/>
              </a:rPr>
              <a:t>Worker</a:t>
            </a: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72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723" y="772951"/>
            <a:ext cx="8264628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Map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5156E5-3419-4113-AB1C-63BBEBEE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Records from the data source (lines out of  files, rows of a database, etc) are fed into  the map function as key*value pairs: e.g.,  (filename, line).</a:t>
            </a:r>
          </a:p>
          <a:p>
            <a:pPr algn="just"/>
            <a:r>
              <a:rPr lang="en-US" dirty="0"/>
              <a:t>map() produces one or more intermediate  values along with an output key from the input.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1417" y="1812215"/>
            <a:ext cx="5098116" cy="665114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414640" marR="4483" indent="-403433">
              <a:lnSpc>
                <a:spcPts val="2532"/>
              </a:lnSpc>
              <a:spcBef>
                <a:spcPts val="176"/>
              </a:spcBef>
              <a:tabLst>
                <a:tab pos="817513" algn="l"/>
              </a:tabLst>
            </a:pPr>
            <a:r>
              <a:rPr sz="2118" b="1" spc="-4" dirty="0">
                <a:latin typeface="Courier New"/>
                <a:cs typeface="Courier New"/>
              </a:rPr>
              <a:t>map	(in_key, in_value) </a:t>
            </a:r>
            <a:r>
              <a:rPr sz="2118" b="1" dirty="0">
                <a:latin typeface="Courier New"/>
                <a:cs typeface="Courier New"/>
              </a:rPr>
              <a:t>-&gt;  </a:t>
            </a:r>
            <a:r>
              <a:rPr sz="2118" b="1" spc="-4" dirty="0">
                <a:latin typeface="Courier New"/>
                <a:cs typeface="Courier New"/>
              </a:rPr>
              <a:t>(out_key,</a:t>
            </a:r>
            <a:r>
              <a:rPr sz="2118" b="1" spc="-75" dirty="0">
                <a:latin typeface="Courier New"/>
                <a:cs typeface="Courier New"/>
              </a:rPr>
              <a:t> </a:t>
            </a:r>
            <a:r>
              <a:rPr sz="2118" b="1" spc="-4" dirty="0">
                <a:latin typeface="Courier New"/>
                <a:cs typeface="Courier New"/>
              </a:rPr>
              <a:t>intermediate_value)</a:t>
            </a:r>
            <a:endParaRPr sz="2118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17727" y="2133599"/>
            <a:ext cx="66562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spc="-13" dirty="0">
                <a:latin typeface="Courier New"/>
                <a:cs typeface="Courier New"/>
              </a:rPr>
              <a:t>li</a:t>
            </a:r>
            <a:r>
              <a:rPr sz="2118" b="1" spc="-4" dirty="0">
                <a:latin typeface="Courier New"/>
                <a:cs typeface="Courier New"/>
              </a:rPr>
              <a:t>s</a:t>
            </a:r>
            <a:r>
              <a:rPr sz="2118" b="1" dirty="0">
                <a:latin typeface="Courier New"/>
                <a:cs typeface="Courier New"/>
              </a:rPr>
              <a:t>t</a:t>
            </a:r>
            <a:endParaRPr sz="2118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47073" y="4578532"/>
            <a:ext cx="665069" cy="665069"/>
            <a:chOff x="1714281" y="5189001"/>
            <a:chExt cx="753745" cy="753745"/>
          </a:xfrm>
        </p:grpSpPr>
        <p:sp>
          <p:nvSpPr>
            <p:cNvPr id="5" name="object 5"/>
            <p:cNvSpPr/>
            <p:nvPr/>
          </p:nvSpPr>
          <p:spPr>
            <a:xfrm>
              <a:off x="1716023" y="5190744"/>
              <a:ext cx="749935" cy="749935"/>
            </a:xfrm>
            <a:custGeom>
              <a:avLst/>
              <a:gdLst/>
              <a:ahLst/>
              <a:cxnLst/>
              <a:rect l="l" t="t" r="r" b="b"/>
              <a:pathLst>
                <a:path w="749935" h="749935">
                  <a:moveTo>
                    <a:pt x="749807" y="749807"/>
                  </a:moveTo>
                  <a:lnTo>
                    <a:pt x="749807" y="0"/>
                  </a:lnTo>
                  <a:lnTo>
                    <a:pt x="0" y="0"/>
                  </a:lnTo>
                  <a:lnTo>
                    <a:pt x="0" y="749807"/>
                  </a:lnTo>
                  <a:lnTo>
                    <a:pt x="749807" y="749807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1716023" y="5190744"/>
              <a:ext cx="749935" cy="749935"/>
            </a:xfrm>
            <a:custGeom>
              <a:avLst/>
              <a:gdLst/>
              <a:ahLst/>
              <a:cxnLst/>
              <a:rect l="l" t="t" r="r" b="b"/>
              <a:pathLst>
                <a:path w="749935" h="749935">
                  <a:moveTo>
                    <a:pt x="0" y="0"/>
                  </a:moveTo>
                  <a:lnTo>
                    <a:pt x="0" y="749807"/>
                  </a:lnTo>
                  <a:lnTo>
                    <a:pt x="749807" y="749807"/>
                  </a:lnTo>
                  <a:lnTo>
                    <a:pt x="749807" y="0"/>
                  </a:lnTo>
                  <a:lnTo>
                    <a:pt x="0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/>
          <p:nvPr/>
        </p:nvSpPr>
        <p:spPr>
          <a:xfrm>
            <a:off x="1944444" y="3654911"/>
            <a:ext cx="71718" cy="793376"/>
          </a:xfrm>
          <a:custGeom>
            <a:avLst/>
            <a:gdLst/>
            <a:ahLst/>
            <a:cxnLst/>
            <a:rect l="l" t="t" r="r" b="b"/>
            <a:pathLst>
              <a:path w="81280" h="899160">
                <a:moveTo>
                  <a:pt x="41147" y="0"/>
                </a:moveTo>
                <a:lnTo>
                  <a:pt x="41147" y="899159"/>
                </a:lnTo>
              </a:path>
              <a:path w="81280" h="899160">
                <a:moveTo>
                  <a:pt x="0" y="859535"/>
                </a:moveTo>
                <a:lnTo>
                  <a:pt x="41147" y="899159"/>
                </a:lnTo>
                <a:lnTo>
                  <a:pt x="80771" y="859535"/>
                </a:lnTo>
              </a:path>
            </a:pathLst>
          </a:custGeom>
          <a:ln w="348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8" name="object 8"/>
          <p:cNvGrpSpPr/>
          <p:nvPr/>
        </p:nvGrpSpPr>
        <p:grpSpPr>
          <a:xfrm>
            <a:off x="2702666" y="4577185"/>
            <a:ext cx="665069" cy="663388"/>
            <a:chOff x="2910620" y="5187476"/>
            <a:chExt cx="753745" cy="751840"/>
          </a:xfrm>
        </p:grpSpPr>
        <p:sp>
          <p:nvSpPr>
            <p:cNvPr id="9" name="object 9"/>
            <p:cNvSpPr/>
            <p:nvPr/>
          </p:nvSpPr>
          <p:spPr>
            <a:xfrm>
              <a:off x="2912363" y="5189219"/>
              <a:ext cx="749935" cy="748665"/>
            </a:xfrm>
            <a:custGeom>
              <a:avLst/>
              <a:gdLst/>
              <a:ahLst/>
              <a:cxnLst/>
              <a:rect l="l" t="t" r="r" b="b"/>
              <a:pathLst>
                <a:path w="749935" h="748664">
                  <a:moveTo>
                    <a:pt x="749807" y="748283"/>
                  </a:moveTo>
                  <a:lnTo>
                    <a:pt x="749807" y="0"/>
                  </a:lnTo>
                  <a:lnTo>
                    <a:pt x="0" y="0"/>
                  </a:lnTo>
                  <a:lnTo>
                    <a:pt x="0" y="748283"/>
                  </a:lnTo>
                  <a:lnTo>
                    <a:pt x="749807" y="748283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12363" y="5189219"/>
              <a:ext cx="749935" cy="748665"/>
            </a:xfrm>
            <a:custGeom>
              <a:avLst/>
              <a:gdLst/>
              <a:ahLst/>
              <a:cxnLst/>
              <a:rect l="l" t="t" r="r" b="b"/>
              <a:pathLst>
                <a:path w="749935" h="748664">
                  <a:moveTo>
                    <a:pt x="0" y="0"/>
                  </a:moveTo>
                  <a:lnTo>
                    <a:pt x="0" y="748283"/>
                  </a:lnTo>
                  <a:lnTo>
                    <a:pt x="749807" y="748283"/>
                  </a:lnTo>
                  <a:lnTo>
                    <a:pt x="749807" y="0"/>
                  </a:lnTo>
                  <a:lnTo>
                    <a:pt x="0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/>
          <p:nvPr/>
        </p:nvSpPr>
        <p:spPr>
          <a:xfrm>
            <a:off x="3004073" y="3654911"/>
            <a:ext cx="70037" cy="793376"/>
          </a:xfrm>
          <a:custGeom>
            <a:avLst/>
            <a:gdLst/>
            <a:ahLst/>
            <a:cxnLst/>
            <a:rect l="l" t="t" r="r" b="b"/>
            <a:pathLst>
              <a:path w="79375" h="899160">
                <a:moveTo>
                  <a:pt x="39623" y="0"/>
                </a:moveTo>
                <a:lnTo>
                  <a:pt x="39623" y="899159"/>
                </a:lnTo>
              </a:path>
              <a:path w="79375" h="899160">
                <a:moveTo>
                  <a:pt x="0" y="859535"/>
                </a:moveTo>
                <a:lnTo>
                  <a:pt x="39623" y="899159"/>
                </a:lnTo>
                <a:lnTo>
                  <a:pt x="79247" y="859535"/>
                </a:lnTo>
              </a:path>
            </a:pathLst>
          </a:custGeom>
          <a:ln w="348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2" name="object 12"/>
          <p:cNvGrpSpPr/>
          <p:nvPr/>
        </p:nvGrpSpPr>
        <p:grpSpPr>
          <a:xfrm>
            <a:off x="3760950" y="4578532"/>
            <a:ext cx="665069" cy="665069"/>
            <a:chOff x="4110008" y="5189001"/>
            <a:chExt cx="753745" cy="753745"/>
          </a:xfrm>
        </p:grpSpPr>
        <p:sp>
          <p:nvSpPr>
            <p:cNvPr id="13" name="object 13"/>
            <p:cNvSpPr/>
            <p:nvPr/>
          </p:nvSpPr>
          <p:spPr>
            <a:xfrm>
              <a:off x="4111751" y="5190744"/>
              <a:ext cx="749935" cy="749935"/>
            </a:xfrm>
            <a:custGeom>
              <a:avLst/>
              <a:gdLst/>
              <a:ahLst/>
              <a:cxnLst/>
              <a:rect l="l" t="t" r="r" b="b"/>
              <a:pathLst>
                <a:path w="749935" h="749935">
                  <a:moveTo>
                    <a:pt x="749807" y="749807"/>
                  </a:moveTo>
                  <a:lnTo>
                    <a:pt x="749807" y="0"/>
                  </a:lnTo>
                  <a:lnTo>
                    <a:pt x="0" y="0"/>
                  </a:lnTo>
                  <a:lnTo>
                    <a:pt x="0" y="749807"/>
                  </a:lnTo>
                  <a:lnTo>
                    <a:pt x="749807" y="749807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111751" y="5190744"/>
              <a:ext cx="749935" cy="749935"/>
            </a:xfrm>
            <a:custGeom>
              <a:avLst/>
              <a:gdLst/>
              <a:ahLst/>
              <a:cxnLst/>
              <a:rect l="l" t="t" r="r" b="b"/>
              <a:pathLst>
                <a:path w="749935" h="749935">
                  <a:moveTo>
                    <a:pt x="0" y="0"/>
                  </a:moveTo>
                  <a:lnTo>
                    <a:pt x="0" y="749807"/>
                  </a:lnTo>
                  <a:lnTo>
                    <a:pt x="749807" y="749807"/>
                  </a:lnTo>
                  <a:lnTo>
                    <a:pt x="749807" y="0"/>
                  </a:lnTo>
                  <a:lnTo>
                    <a:pt x="0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/>
          <p:nvPr/>
        </p:nvSpPr>
        <p:spPr>
          <a:xfrm>
            <a:off x="4062355" y="3654911"/>
            <a:ext cx="71718" cy="793376"/>
          </a:xfrm>
          <a:custGeom>
            <a:avLst/>
            <a:gdLst/>
            <a:ahLst/>
            <a:cxnLst/>
            <a:rect l="l" t="t" r="r" b="b"/>
            <a:pathLst>
              <a:path w="81279" h="899160">
                <a:moveTo>
                  <a:pt x="39623" y="0"/>
                </a:moveTo>
                <a:lnTo>
                  <a:pt x="39623" y="899159"/>
                </a:lnTo>
              </a:path>
              <a:path w="81279" h="899160">
                <a:moveTo>
                  <a:pt x="0" y="859535"/>
                </a:moveTo>
                <a:lnTo>
                  <a:pt x="39623" y="899159"/>
                </a:lnTo>
                <a:lnTo>
                  <a:pt x="80771" y="859535"/>
                </a:lnTo>
              </a:path>
            </a:pathLst>
          </a:custGeom>
          <a:ln w="348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5120639" y="3654911"/>
            <a:ext cx="71718" cy="793376"/>
          </a:xfrm>
          <a:custGeom>
            <a:avLst/>
            <a:gdLst/>
            <a:ahLst/>
            <a:cxnLst/>
            <a:rect l="l" t="t" r="r" b="b"/>
            <a:pathLst>
              <a:path w="81279" h="899160">
                <a:moveTo>
                  <a:pt x="41147" y="0"/>
                </a:moveTo>
                <a:lnTo>
                  <a:pt x="41147" y="899159"/>
                </a:lnTo>
              </a:path>
              <a:path w="81279" h="899160">
                <a:moveTo>
                  <a:pt x="0" y="859535"/>
                </a:moveTo>
                <a:lnTo>
                  <a:pt x="41147" y="899159"/>
                </a:lnTo>
                <a:lnTo>
                  <a:pt x="80771" y="859535"/>
                </a:lnTo>
              </a:path>
            </a:pathLst>
          </a:custGeom>
          <a:ln w="348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6047142" y="3654911"/>
            <a:ext cx="71718" cy="793376"/>
          </a:xfrm>
          <a:custGeom>
            <a:avLst/>
            <a:gdLst/>
            <a:ahLst/>
            <a:cxnLst/>
            <a:rect l="l" t="t" r="r" b="b"/>
            <a:pathLst>
              <a:path w="81279" h="899160">
                <a:moveTo>
                  <a:pt x="41147" y="0"/>
                </a:moveTo>
                <a:lnTo>
                  <a:pt x="41147" y="899159"/>
                </a:lnTo>
              </a:path>
              <a:path w="81279" h="899160">
                <a:moveTo>
                  <a:pt x="0" y="859535"/>
                </a:moveTo>
                <a:lnTo>
                  <a:pt x="41147" y="899159"/>
                </a:lnTo>
                <a:lnTo>
                  <a:pt x="80771" y="859535"/>
                </a:lnTo>
              </a:path>
            </a:pathLst>
          </a:custGeom>
          <a:ln w="348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7106772" y="3654911"/>
            <a:ext cx="70037" cy="793376"/>
          </a:xfrm>
          <a:custGeom>
            <a:avLst/>
            <a:gdLst/>
            <a:ahLst/>
            <a:cxnLst/>
            <a:rect l="l" t="t" r="r" b="b"/>
            <a:pathLst>
              <a:path w="79375" h="899160">
                <a:moveTo>
                  <a:pt x="39623" y="0"/>
                </a:moveTo>
                <a:lnTo>
                  <a:pt x="39623" y="899159"/>
                </a:lnTo>
              </a:path>
              <a:path w="79375" h="899160">
                <a:moveTo>
                  <a:pt x="0" y="859535"/>
                </a:moveTo>
                <a:lnTo>
                  <a:pt x="39623" y="899159"/>
                </a:lnTo>
                <a:lnTo>
                  <a:pt x="79247" y="859535"/>
                </a:lnTo>
              </a:path>
            </a:pathLst>
          </a:custGeom>
          <a:ln w="3485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9" name="object 19"/>
          <p:cNvGrpSpPr/>
          <p:nvPr/>
        </p:nvGrpSpPr>
        <p:grpSpPr>
          <a:xfrm>
            <a:off x="6747543" y="4523398"/>
            <a:ext cx="796737" cy="796737"/>
            <a:chOff x="7494813" y="5126516"/>
            <a:chExt cx="902969" cy="902969"/>
          </a:xfrm>
        </p:grpSpPr>
        <p:sp>
          <p:nvSpPr>
            <p:cNvPr id="20" name="object 20"/>
            <p:cNvSpPr/>
            <p:nvPr/>
          </p:nvSpPr>
          <p:spPr>
            <a:xfrm>
              <a:off x="7496556" y="5128260"/>
              <a:ext cx="899160" cy="899160"/>
            </a:xfrm>
            <a:custGeom>
              <a:avLst/>
              <a:gdLst/>
              <a:ahLst/>
              <a:cxnLst/>
              <a:rect l="l" t="t" r="r" b="b"/>
              <a:pathLst>
                <a:path w="899159" h="899160">
                  <a:moveTo>
                    <a:pt x="899160" y="449580"/>
                  </a:moveTo>
                  <a:lnTo>
                    <a:pt x="896523" y="400573"/>
                  </a:lnTo>
                  <a:lnTo>
                    <a:pt x="888795" y="353099"/>
                  </a:lnTo>
                  <a:lnTo>
                    <a:pt x="876251" y="307433"/>
                  </a:lnTo>
                  <a:lnTo>
                    <a:pt x="859163" y="263847"/>
                  </a:lnTo>
                  <a:lnTo>
                    <a:pt x="837804" y="222616"/>
                  </a:lnTo>
                  <a:lnTo>
                    <a:pt x="812450" y="184013"/>
                  </a:lnTo>
                  <a:lnTo>
                    <a:pt x="783373" y="148312"/>
                  </a:lnTo>
                  <a:lnTo>
                    <a:pt x="750847" y="115786"/>
                  </a:lnTo>
                  <a:lnTo>
                    <a:pt x="715146" y="86709"/>
                  </a:lnTo>
                  <a:lnTo>
                    <a:pt x="676543" y="61355"/>
                  </a:lnTo>
                  <a:lnTo>
                    <a:pt x="635312" y="39996"/>
                  </a:lnTo>
                  <a:lnTo>
                    <a:pt x="591726" y="22908"/>
                  </a:lnTo>
                  <a:lnTo>
                    <a:pt x="546060" y="10364"/>
                  </a:lnTo>
                  <a:lnTo>
                    <a:pt x="498586" y="2636"/>
                  </a:lnTo>
                  <a:lnTo>
                    <a:pt x="449580" y="0"/>
                  </a:lnTo>
                  <a:lnTo>
                    <a:pt x="400573" y="2636"/>
                  </a:lnTo>
                  <a:lnTo>
                    <a:pt x="353099" y="10364"/>
                  </a:lnTo>
                  <a:lnTo>
                    <a:pt x="307433" y="22908"/>
                  </a:lnTo>
                  <a:lnTo>
                    <a:pt x="263847" y="39996"/>
                  </a:lnTo>
                  <a:lnTo>
                    <a:pt x="222616" y="61355"/>
                  </a:lnTo>
                  <a:lnTo>
                    <a:pt x="184013" y="86709"/>
                  </a:lnTo>
                  <a:lnTo>
                    <a:pt x="148312" y="115786"/>
                  </a:lnTo>
                  <a:lnTo>
                    <a:pt x="115786" y="148312"/>
                  </a:lnTo>
                  <a:lnTo>
                    <a:pt x="86709" y="184013"/>
                  </a:lnTo>
                  <a:lnTo>
                    <a:pt x="61355" y="222616"/>
                  </a:lnTo>
                  <a:lnTo>
                    <a:pt x="39996" y="263847"/>
                  </a:lnTo>
                  <a:lnTo>
                    <a:pt x="22908" y="307433"/>
                  </a:lnTo>
                  <a:lnTo>
                    <a:pt x="10364" y="353099"/>
                  </a:lnTo>
                  <a:lnTo>
                    <a:pt x="2636" y="400573"/>
                  </a:lnTo>
                  <a:lnTo>
                    <a:pt x="0" y="449580"/>
                  </a:lnTo>
                  <a:lnTo>
                    <a:pt x="2636" y="498586"/>
                  </a:lnTo>
                  <a:lnTo>
                    <a:pt x="10364" y="546060"/>
                  </a:lnTo>
                  <a:lnTo>
                    <a:pt x="22908" y="591726"/>
                  </a:lnTo>
                  <a:lnTo>
                    <a:pt x="39996" y="635312"/>
                  </a:lnTo>
                  <a:lnTo>
                    <a:pt x="61355" y="676543"/>
                  </a:lnTo>
                  <a:lnTo>
                    <a:pt x="86709" y="715146"/>
                  </a:lnTo>
                  <a:lnTo>
                    <a:pt x="115786" y="750847"/>
                  </a:lnTo>
                  <a:lnTo>
                    <a:pt x="148312" y="783373"/>
                  </a:lnTo>
                  <a:lnTo>
                    <a:pt x="184013" y="812450"/>
                  </a:lnTo>
                  <a:lnTo>
                    <a:pt x="222616" y="837804"/>
                  </a:lnTo>
                  <a:lnTo>
                    <a:pt x="263847" y="859163"/>
                  </a:lnTo>
                  <a:lnTo>
                    <a:pt x="307433" y="876251"/>
                  </a:lnTo>
                  <a:lnTo>
                    <a:pt x="353099" y="888795"/>
                  </a:lnTo>
                  <a:lnTo>
                    <a:pt x="400573" y="896523"/>
                  </a:lnTo>
                  <a:lnTo>
                    <a:pt x="449580" y="899160"/>
                  </a:lnTo>
                  <a:lnTo>
                    <a:pt x="498586" y="896523"/>
                  </a:lnTo>
                  <a:lnTo>
                    <a:pt x="546060" y="888795"/>
                  </a:lnTo>
                  <a:lnTo>
                    <a:pt x="591726" y="876251"/>
                  </a:lnTo>
                  <a:lnTo>
                    <a:pt x="635312" y="859163"/>
                  </a:lnTo>
                  <a:lnTo>
                    <a:pt x="676543" y="837804"/>
                  </a:lnTo>
                  <a:lnTo>
                    <a:pt x="715146" y="812450"/>
                  </a:lnTo>
                  <a:lnTo>
                    <a:pt x="750847" y="783373"/>
                  </a:lnTo>
                  <a:lnTo>
                    <a:pt x="783373" y="750847"/>
                  </a:lnTo>
                  <a:lnTo>
                    <a:pt x="812450" y="715146"/>
                  </a:lnTo>
                  <a:lnTo>
                    <a:pt x="837804" y="676543"/>
                  </a:lnTo>
                  <a:lnTo>
                    <a:pt x="859163" y="635312"/>
                  </a:lnTo>
                  <a:lnTo>
                    <a:pt x="876251" y="591726"/>
                  </a:lnTo>
                  <a:lnTo>
                    <a:pt x="888795" y="546060"/>
                  </a:lnTo>
                  <a:lnTo>
                    <a:pt x="896523" y="498586"/>
                  </a:lnTo>
                  <a:lnTo>
                    <a:pt x="899160" y="449580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496555" y="5128259"/>
              <a:ext cx="899160" cy="899160"/>
            </a:xfrm>
            <a:custGeom>
              <a:avLst/>
              <a:gdLst/>
              <a:ahLst/>
              <a:cxnLst/>
              <a:rect l="l" t="t" r="r" b="b"/>
              <a:pathLst>
                <a:path w="899159" h="899160">
                  <a:moveTo>
                    <a:pt x="0" y="449579"/>
                  </a:moveTo>
                  <a:lnTo>
                    <a:pt x="2636" y="400573"/>
                  </a:lnTo>
                  <a:lnTo>
                    <a:pt x="10364" y="353099"/>
                  </a:lnTo>
                  <a:lnTo>
                    <a:pt x="22908" y="307433"/>
                  </a:lnTo>
                  <a:lnTo>
                    <a:pt x="39996" y="263847"/>
                  </a:lnTo>
                  <a:lnTo>
                    <a:pt x="61355" y="222616"/>
                  </a:lnTo>
                  <a:lnTo>
                    <a:pt x="86709" y="184013"/>
                  </a:lnTo>
                  <a:lnTo>
                    <a:pt x="115786" y="148312"/>
                  </a:lnTo>
                  <a:lnTo>
                    <a:pt x="148312" y="115786"/>
                  </a:lnTo>
                  <a:lnTo>
                    <a:pt x="184013" y="86709"/>
                  </a:lnTo>
                  <a:lnTo>
                    <a:pt x="222616" y="61355"/>
                  </a:lnTo>
                  <a:lnTo>
                    <a:pt x="263847" y="39996"/>
                  </a:lnTo>
                  <a:lnTo>
                    <a:pt x="307433" y="22908"/>
                  </a:lnTo>
                  <a:lnTo>
                    <a:pt x="353099" y="10364"/>
                  </a:lnTo>
                  <a:lnTo>
                    <a:pt x="400573" y="2636"/>
                  </a:lnTo>
                  <a:lnTo>
                    <a:pt x="449579" y="0"/>
                  </a:lnTo>
                  <a:lnTo>
                    <a:pt x="498586" y="2636"/>
                  </a:lnTo>
                  <a:lnTo>
                    <a:pt x="546060" y="10364"/>
                  </a:lnTo>
                  <a:lnTo>
                    <a:pt x="591726" y="22908"/>
                  </a:lnTo>
                  <a:lnTo>
                    <a:pt x="635312" y="39996"/>
                  </a:lnTo>
                  <a:lnTo>
                    <a:pt x="676543" y="61355"/>
                  </a:lnTo>
                  <a:lnTo>
                    <a:pt x="715146" y="86709"/>
                  </a:lnTo>
                  <a:lnTo>
                    <a:pt x="750847" y="115786"/>
                  </a:lnTo>
                  <a:lnTo>
                    <a:pt x="783373" y="148312"/>
                  </a:lnTo>
                  <a:lnTo>
                    <a:pt x="812450" y="184013"/>
                  </a:lnTo>
                  <a:lnTo>
                    <a:pt x="837804" y="222616"/>
                  </a:lnTo>
                  <a:lnTo>
                    <a:pt x="859162" y="263847"/>
                  </a:lnTo>
                  <a:lnTo>
                    <a:pt x="876251" y="307433"/>
                  </a:lnTo>
                  <a:lnTo>
                    <a:pt x="888795" y="353099"/>
                  </a:lnTo>
                  <a:lnTo>
                    <a:pt x="896523" y="400573"/>
                  </a:lnTo>
                  <a:lnTo>
                    <a:pt x="899159" y="449579"/>
                  </a:lnTo>
                  <a:lnTo>
                    <a:pt x="896523" y="498586"/>
                  </a:lnTo>
                  <a:lnTo>
                    <a:pt x="888795" y="546060"/>
                  </a:lnTo>
                  <a:lnTo>
                    <a:pt x="876251" y="591726"/>
                  </a:lnTo>
                  <a:lnTo>
                    <a:pt x="859162" y="635312"/>
                  </a:lnTo>
                  <a:lnTo>
                    <a:pt x="837804" y="676543"/>
                  </a:lnTo>
                  <a:lnTo>
                    <a:pt x="812450" y="715146"/>
                  </a:lnTo>
                  <a:lnTo>
                    <a:pt x="783373" y="750847"/>
                  </a:lnTo>
                  <a:lnTo>
                    <a:pt x="750847" y="783373"/>
                  </a:lnTo>
                  <a:lnTo>
                    <a:pt x="715146" y="812450"/>
                  </a:lnTo>
                  <a:lnTo>
                    <a:pt x="676543" y="837804"/>
                  </a:lnTo>
                  <a:lnTo>
                    <a:pt x="635312" y="859162"/>
                  </a:lnTo>
                  <a:lnTo>
                    <a:pt x="591726" y="876251"/>
                  </a:lnTo>
                  <a:lnTo>
                    <a:pt x="546060" y="888795"/>
                  </a:lnTo>
                  <a:lnTo>
                    <a:pt x="498586" y="896523"/>
                  </a:lnTo>
                  <a:lnTo>
                    <a:pt x="449579" y="899159"/>
                  </a:lnTo>
                  <a:lnTo>
                    <a:pt x="400573" y="896523"/>
                  </a:lnTo>
                  <a:lnTo>
                    <a:pt x="353099" y="888795"/>
                  </a:lnTo>
                  <a:lnTo>
                    <a:pt x="307433" y="876251"/>
                  </a:lnTo>
                  <a:lnTo>
                    <a:pt x="263847" y="859162"/>
                  </a:lnTo>
                  <a:lnTo>
                    <a:pt x="222616" y="837804"/>
                  </a:lnTo>
                  <a:lnTo>
                    <a:pt x="184013" y="812450"/>
                  </a:lnTo>
                  <a:lnTo>
                    <a:pt x="148312" y="783373"/>
                  </a:lnTo>
                  <a:lnTo>
                    <a:pt x="115786" y="750847"/>
                  </a:lnTo>
                  <a:lnTo>
                    <a:pt x="86709" y="715146"/>
                  </a:lnTo>
                  <a:lnTo>
                    <a:pt x="61355" y="676543"/>
                  </a:lnTo>
                  <a:lnTo>
                    <a:pt x="39996" y="635312"/>
                  </a:lnTo>
                  <a:lnTo>
                    <a:pt x="22908" y="591726"/>
                  </a:lnTo>
                  <a:lnTo>
                    <a:pt x="10364" y="546060"/>
                  </a:lnTo>
                  <a:lnTo>
                    <a:pt x="2636" y="498586"/>
                  </a:lnTo>
                  <a:lnTo>
                    <a:pt x="0" y="449579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674466" y="4518017"/>
            <a:ext cx="796737" cy="795618"/>
            <a:chOff x="6278660" y="5120420"/>
            <a:chExt cx="902969" cy="901700"/>
          </a:xfrm>
        </p:grpSpPr>
        <p:sp>
          <p:nvSpPr>
            <p:cNvPr id="23" name="object 23"/>
            <p:cNvSpPr/>
            <p:nvPr/>
          </p:nvSpPr>
          <p:spPr>
            <a:xfrm>
              <a:off x="6280404" y="5122163"/>
              <a:ext cx="899160" cy="897890"/>
            </a:xfrm>
            <a:custGeom>
              <a:avLst/>
              <a:gdLst/>
              <a:ahLst/>
              <a:cxnLst/>
              <a:rect l="l" t="t" r="r" b="b"/>
              <a:pathLst>
                <a:path w="899159" h="897889">
                  <a:moveTo>
                    <a:pt x="899160" y="449580"/>
                  </a:moveTo>
                  <a:lnTo>
                    <a:pt x="896523" y="400573"/>
                  </a:lnTo>
                  <a:lnTo>
                    <a:pt x="888795" y="353099"/>
                  </a:lnTo>
                  <a:lnTo>
                    <a:pt x="876251" y="307433"/>
                  </a:lnTo>
                  <a:lnTo>
                    <a:pt x="859163" y="263847"/>
                  </a:lnTo>
                  <a:lnTo>
                    <a:pt x="837804" y="222616"/>
                  </a:lnTo>
                  <a:lnTo>
                    <a:pt x="812450" y="184013"/>
                  </a:lnTo>
                  <a:lnTo>
                    <a:pt x="783373" y="148312"/>
                  </a:lnTo>
                  <a:lnTo>
                    <a:pt x="750847" y="115786"/>
                  </a:lnTo>
                  <a:lnTo>
                    <a:pt x="715146" y="86709"/>
                  </a:lnTo>
                  <a:lnTo>
                    <a:pt x="676543" y="61355"/>
                  </a:lnTo>
                  <a:lnTo>
                    <a:pt x="635312" y="39996"/>
                  </a:lnTo>
                  <a:lnTo>
                    <a:pt x="591726" y="22908"/>
                  </a:lnTo>
                  <a:lnTo>
                    <a:pt x="546060" y="10364"/>
                  </a:lnTo>
                  <a:lnTo>
                    <a:pt x="498586" y="2636"/>
                  </a:lnTo>
                  <a:lnTo>
                    <a:pt x="449580" y="0"/>
                  </a:lnTo>
                  <a:lnTo>
                    <a:pt x="400573" y="2636"/>
                  </a:lnTo>
                  <a:lnTo>
                    <a:pt x="353099" y="10364"/>
                  </a:lnTo>
                  <a:lnTo>
                    <a:pt x="307433" y="22908"/>
                  </a:lnTo>
                  <a:lnTo>
                    <a:pt x="263847" y="39996"/>
                  </a:lnTo>
                  <a:lnTo>
                    <a:pt x="222616" y="61355"/>
                  </a:lnTo>
                  <a:lnTo>
                    <a:pt x="184013" y="86709"/>
                  </a:lnTo>
                  <a:lnTo>
                    <a:pt x="148312" y="115786"/>
                  </a:lnTo>
                  <a:lnTo>
                    <a:pt x="115786" y="148312"/>
                  </a:lnTo>
                  <a:lnTo>
                    <a:pt x="86709" y="184013"/>
                  </a:lnTo>
                  <a:lnTo>
                    <a:pt x="61355" y="222616"/>
                  </a:lnTo>
                  <a:lnTo>
                    <a:pt x="39996" y="263847"/>
                  </a:lnTo>
                  <a:lnTo>
                    <a:pt x="22908" y="307433"/>
                  </a:lnTo>
                  <a:lnTo>
                    <a:pt x="10364" y="353099"/>
                  </a:lnTo>
                  <a:lnTo>
                    <a:pt x="2636" y="400573"/>
                  </a:lnTo>
                  <a:lnTo>
                    <a:pt x="0" y="449580"/>
                  </a:lnTo>
                  <a:lnTo>
                    <a:pt x="2636" y="498301"/>
                  </a:lnTo>
                  <a:lnTo>
                    <a:pt x="10364" y="545528"/>
                  </a:lnTo>
                  <a:lnTo>
                    <a:pt x="22908" y="590982"/>
                  </a:lnTo>
                  <a:lnTo>
                    <a:pt x="39996" y="634389"/>
                  </a:lnTo>
                  <a:lnTo>
                    <a:pt x="61355" y="675470"/>
                  </a:lnTo>
                  <a:lnTo>
                    <a:pt x="86709" y="713951"/>
                  </a:lnTo>
                  <a:lnTo>
                    <a:pt x="115786" y="749554"/>
                  </a:lnTo>
                  <a:lnTo>
                    <a:pt x="148312" y="782004"/>
                  </a:lnTo>
                  <a:lnTo>
                    <a:pt x="184013" y="811024"/>
                  </a:lnTo>
                  <a:lnTo>
                    <a:pt x="222616" y="836337"/>
                  </a:lnTo>
                  <a:lnTo>
                    <a:pt x="263847" y="857667"/>
                  </a:lnTo>
                  <a:lnTo>
                    <a:pt x="307433" y="874739"/>
                  </a:lnTo>
                  <a:lnTo>
                    <a:pt x="353099" y="887275"/>
                  </a:lnTo>
                  <a:lnTo>
                    <a:pt x="400573" y="894999"/>
                  </a:lnTo>
                  <a:lnTo>
                    <a:pt x="449580" y="897636"/>
                  </a:lnTo>
                  <a:lnTo>
                    <a:pt x="498586" y="894999"/>
                  </a:lnTo>
                  <a:lnTo>
                    <a:pt x="546060" y="887275"/>
                  </a:lnTo>
                  <a:lnTo>
                    <a:pt x="591726" y="874739"/>
                  </a:lnTo>
                  <a:lnTo>
                    <a:pt x="635312" y="857667"/>
                  </a:lnTo>
                  <a:lnTo>
                    <a:pt x="676543" y="836337"/>
                  </a:lnTo>
                  <a:lnTo>
                    <a:pt x="715146" y="811024"/>
                  </a:lnTo>
                  <a:lnTo>
                    <a:pt x="750847" y="782004"/>
                  </a:lnTo>
                  <a:lnTo>
                    <a:pt x="783373" y="749554"/>
                  </a:lnTo>
                  <a:lnTo>
                    <a:pt x="812450" y="713951"/>
                  </a:lnTo>
                  <a:lnTo>
                    <a:pt x="837804" y="675470"/>
                  </a:lnTo>
                  <a:lnTo>
                    <a:pt x="859163" y="634389"/>
                  </a:lnTo>
                  <a:lnTo>
                    <a:pt x="876251" y="590982"/>
                  </a:lnTo>
                  <a:lnTo>
                    <a:pt x="888795" y="545528"/>
                  </a:lnTo>
                  <a:lnTo>
                    <a:pt x="896523" y="498301"/>
                  </a:lnTo>
                  <a:lnTo>
                    <a:pt x="899160" y="449580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6280403" y="5122163"/>
              <a:ext cx="899160" cy="897890"/>
            </a:xfrm>
            <a:custGeom>
              <a:avLst/>
              <a:gdLst/>
              <a:ahLst/>
              <a:cxnLst/>
              <a:rect l="l" t="t" r="r" b="b"/>
              <a:pathLst>
                <a:path w="899159" h="897889">
                  <a:moveTo>
                    <a:pt x="0" y="449579"/>
                  </a:moveTo>
                  <a:lnTo>
                    <a:pt x="2636" y="400573"/>
                  </a:lnTo>
                  <a:lnTo>
                    <a:pt x="10364" y="353099"/>
                  </a:lnTo>
                  <a:lnTo>
                    <a:pt x="22908" y="307433"/>
                  </a:lnTo>
                  <a:lnTo>
                    <a:pt x="39996" y="263847"/>
                  </a:lnTo>
                  <a:lnTo>
                    <a:pt x="61355" y="222616"/>
                  </a:lnTo>
                  <a:lnTo>
                    <a:pt x="86709" y="184013"/>
                  </a:lnTo>
                  <a:lnTo>
                    <a:pt x="115786" y="148312"/>
                  </a:lnTo>
                  <a:lnTo>
                    <a:pt x="148312" y="115786"/>
                  </a:lnTo>
                  <a:lnTo>
                    <a:pt x="184013" y="86709"/>
                  </a:lnTo>
                  <a:lnTo>
                    <a:pt x="222616" y="61355"/>
                  </a:lnTo>
                  <a:lnTo>
                    <a:pt x="263847" y="39996"/>
                  </a:lnTo>
                  <a:lnTo>
                    <a:pt x="307433" y="22908"/>
                  </a:lnTo>
                  <a:lnTo>
                    <a:pt x="353099" y="10364"/>
                  </a:lnTo>
                  <a:lnTo>
                    <a:pt x="400573" y="2636"/>
                  </a:lnTo>
                  <a:lnTo>
                    <a:pt x="449579" y="0"/>
                  </a:lnTo>
                  <a:lnTo>
                    <a:pt x="498586" y="2636"/>
                  </a:lnTo>
                  <a:lnTo>
                    <a:pt x="546060" y="10364"/>
                  </a:lnTo>
                  <a:lnTo>
                    <a:pt x="591726" y="22908"/>
                  </a:lnTo>
                  <a:lnTo>
                    <a:pt x="635312" y="39996"/>
                  </a:lnTo>
                  <a:lnTo>
                    <a:pt x="676543" y="61355"/>
                  </a:lnTo>
                  <a:lnTo>
                    <a:pt x="715146" y="86709"/>
                  </a:lnTo>
                  <a:lnTo>
                    <a:pt x="750847" y="115786"/>
                  </a:lnTo>
                  <a:lnTo>
                    <a:pt x="783373" y="148312"/>
                  </a:lnTo>
                  <a:lnTo>
                    <a:pt x="812450" y="184013"/>
                  </a:lnTo>
                  <a:lnTo>
                    <a:pt x="837804" y="222616"/>
                  </a:lnTo>
                  <a:lnTo>
                    <a:pt x="859162" y="263847"/>
                  </a:lnTo>
                  <a:lnTo>
                    <a:pt x="876251" y="307433"/>
                  </a:lnTo>
                  <a:lnTo>
                    <a:pt x="888795" y="353099"/>
                  </a:lnTo>
                  <a:lnTo>
                    <a:pt x="896523" y="400573"/>
                  </a:lnTo>
                  <a:lnTo>
                    <a:pt x="899159" y="449579"/>
                  </a:lnTo>
                  <a:lnTo>
                    <a:pt x="896523" y="498301"/>
                  </a:lnTo>
                  <a:lnTo>
                    <a:pt x="888795" y="545528"/>
                  </a:lnTo>
                  <a:lnTo>
                    <a:pt x="876251" y="590982"/>
                  </a:lnTo>
                  <a:lnTo>
                    <a:pt x="859162" y="634389"/>
                  </a:lnTo>
                  <a:lnTo>
                    <a:pt x="837804" y="675470"/>
                  </a:lnTo>
                  <a:lnTo>
                    <a:pt x="812450" y="713951"/>
                  </a:lnTo>
                  <a:lnTo>
                    <a:pt x="783373" y="749554"/>
                  </a:lnTo>
                  <a:lnTo>
                    <a:pt x="750847" y="782004"/>
                  </a:lnTo>
                  <a:lnTo>
                    <a:pt x="715146" y="811024"/>
                  </a:lnTo>
                  <a:lnTo>
                    <a:pt x="676543" y="836337"/>
                  </a:lnTo>
                  <a:lnTo>
                    <a:pt x="635312" y="857667"/>
                  </a:lnTo>
                  <a:lnTo>
                    <a:pt x="591726" y="874739"/>
                  </a:lnTo>
                  <a:lnTo>
                    <a:pt x="546060" y="887275"/>
                  </a:lnTo>
                  <a:lnTo>
                    <a:pt x="498586" y="894999"/>
                  </a:lnTo>
                  <a:lnTo>
                    <a:pt x="449579" y="897635"/>
                  </a:lnTo>
                  <a:lnTo>
                    <a:pt x="400573" y="894999"/>
                  </a:lnTo>
                  <a:lnTo>
                    <a:pt x="353099" y="887275"/>
                  </a:lnTo>
                  <a:lnTo>
                    <a:pt x="307433" y="874739"/>
                  </a:lnTo>
                  <a:lnTo>
                    <a:pt x="263847" y="857667"/>
                  </a:lnTo>
                  <a:lnTo>
                    <a:pt x="222616" y="836337"/>
                  </a:lnTo>
                  <a:lnTo>
                    <a:pt x="184013" y="811024"/>
                  </a:lnTo>
                  <a:lnTo>
                    <a:pt x="148312" y="782004"/>
                  </a:lnTo>
                  <a:lnTo>
                    <a:pt x="115786" y="749554"/>
                  </a:lnTo>
                  <a:lnTo>
                    <a:pt x="86709" y="713951"/>
                  </a:lnTo>
                  <a:lnTo>
                    <a:pt x="61355" y="675470"/>
                  </a:lnTo>
                  <a:lnTo>
                    <a:pt x="39996" y="634389"/>
                  </a:lnTo>
                  <a:lnTo>
                    <a:pt x="22908" y="590982"/>
                  </a:lnTo>
                  <a:lnTo>
                    <a:pt x="10364" y="545528"/>
                  </a:lnTo>
                  <a:lnTo>
                    <a:pt x="2636" y="498301"/>
                  </a:lnTo>
                  <a:lnTo>
                    <a:pt x="0" y="449579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762756" y="4515330"/>
            <a:ext cx="797859" cy="796737"/>
            <a:chOff x="5245389" y="5117372"/>
            <a:chExt cx="904240" cy="902969"/>
          </a:xfrm>
        </p:grpSpPr>
        <p:sp>
          <p:nvSpPr>
            <p:cNvPr id="26" name="object 26"/>
            <p:cNvSpPr/>
            <p:nvPr/>
          </p:nvSpPr>
          <p:spPr>
            <a:xfrm>
              <a:off x="5247132" y="5119116"/>
              <a:ext cx="901065" cy="899160"/>
            </a:xfrm>
            <a:custGeom>
              <a:avLst/>
              <a:gdLst/>
              <a:ahLst/>
              <a:cxnLst/>
              <a:rect l="l" t="t" r="r" b="b"/>
              <a:pathLst>
                <a:path w="901064" h="899160">
                  <a:moveTo>
                    <a:pt x="900684" y="449580"/>
                  </a:moveTo>
                  <a:lnTo>
                    <a:pt x="898047" y="400573"/>
                  </a:lnTo>
                  <a:lnTo>
                    <a:pt x="890319" y="353099"/>
                  </a:lnTo>
                  <a:lnTo>
                    <a:pt x="877775" y="307433"/>
                  </a:lnTo>
                  <a:lnTo>
                    <a:pt x="860687" y="263847"/>
                  </a:lnTo>
                  <a:lnTo>
                    <a:pt x="839328" y="222616"/>
                  </a:lnTo>
                  <a:lnTo>
                    <a:pt x="813974" y="184013"/>
                  </a:lnTo>
                  <a:lnTo>
                    <a:pt x="784897" y="148312"/>
                  </a:lnTo>
                  <a:lnTo>
                    <a:pt x="752371" y="115786"/>
                  </a:lnTo>
                  <a:lnTo>
                    <a:pt x="716670" y="86709"/>
                  </a:lnTo>
                  <a:lnTo>
                    <a:pt x="678067" y="61355"/>
                  </a:lnTo>
                  <a:lnTo>
                    <a:pt x="636836" y="39996"/>
                  </a:lnTo>
                  <a:lnTo>
                    <a:pt x="593250" y="22908"/>
                  </a:lnTo>
                  <a:lnTo>
                    <a:pt x="547584" y="10364"/>
                  </a:lnTo>
                  <a:lnTo>
                    <a:pt x="500110" y="2636"/>
                  </a:lnTo>
                  <a:lnTo>
                    <a:pt x="451104" y="0"/>
                  </a:lnTo>
                  <a:lnTo>
                    <a:pt x="401812" y="2636"/>
                  </a:lnTo>
                  <a:lnTo>
                    <a:pt x="354091" y="10364"/>
                  </a:lnTo>
                  <a:lnTo>
                    <a:pt x="308213" y="22908"/>
                  </a:lnTo>
                  <a:lnTo>
                    <a:pt x="264449" y="39996"/>
                  </a:lnTo>
                  <a:lnTo>
                    <a:pt x="223068" y="61355"/>
                  </a:lnTo>
                  <a:lnTo>
                    <a:pt x="184343" y="86709"/>
                  </a:lnTo>
                  <a:lnTo>
                    <a:pt x="148543" y="115786"/>
                  </a:lnTo>
                  <a:lnTo>
                    <a:pt x="115941" y="148312"/>
                  </a:lnTo>
                  <a:lnTo>
                    <a:pt x="86807" y="184013"/>
                  </a:lnTo>
                  <a:lnTo>
                    <a:pt x="61411" y="222616"/>
                  </a:lnTo>
                  <a:lnTo>
                    <a:pt x="40025" y="263847"/>
                  </a:lnTo>
                  <a:lnTo>
                    <a:pt x="22920" y="307433"/>
                  </a:lnTo>
                  <a:lnTo>
                    <a:pt x="10367" y="353099"/>
                  </a:lnTo>
                  <a:lnTo>
                    <a:pt x="2637" y="400573"/>
                  </a:lnTo>
                  <a:lnTo>
                    <a:pt x="0" y="449580"/>
                  </a:lnTo>
                  <a:lnTo>
                    <a:pt x="2637" y="498321"/>
                  </a:lnTo>
                  <a:lnTo>
                    <a:pt x="10367" y="545602"/>
                  </a:lnTo>
                  <a:lnTo>
                    <a:pt x="22920" y="591141"/>
                  </a:lnTo>
                  <a:lnTo>
                    <a:pt x="40025" y="634656"/>
                  </a:lnTo>
                  <a:lnTo>
                    <a:pt x="61411" y="675865"/>
                  </a:lnTo>
                  <a:lnTo>
                    <a:pt x="86807" y="714487"/>
                  </a:lnTo>
                  <a:lnTo>
                    <a:pt x="115941" y="750240"/>
                  </a:lnTo>
                  <a:lnTo>
                    <a:pt x="148543" y="782842"/>
                  </a:lnTo>
                  <a:lnTo>
                    <a:pt x="184343" y="812011"/>
                  </a:lnTo>
                  <a:lnTo>
                    <a:pt x="223068" y="837466"/>
                  </a:lnTo>
                  <a:lnTo>
                    <a:pt x="264449" y="858924"/>
                  </a:lnTo>
                  <a:lnTo>
                    <a:pt x="308213" y="876104"/>
                  </a:lnTo>
                  <a:lnTo>
                    <a:pt x="354091" y="888725"/>
                  </a:lnTo>
                  <a:lnTo>
                    <a:pt x="401812" y="896504"/>
                  </a:lnTo>
                  <a:lnTo>
                    <a:pt x="451104" y="899160"/>
                  </a:lnTo>
                  <a:lnTo>
                    <a:pt x="500110" y="896504"/>
                  </a:lnTo>
                  <a:lnTo>
                    <a:pt x="547584" y="888725"/>
                  </a:lnTo>
                  <a:lnTo>
                    <a:pt x="593250" y="876104"/>
                  </a:lnTo>
                  <a:lnTo>
                    <a:pt x="636836" y="858924"/>
                  </a:lnTo>
                  <a:lnTo>
                    <a:pt x="678067" y="837466"/>
                  </a:lnTo>
                  <a:lnTo>
                    <a:pt x="716670" y="812011"/>
                  </a:lnTo>
                  <a:lnTo>
                    <a:pt x="752371" y="782842"/>
                  </a:lnTo>
                  <a:lnTo>
                    <a:pt x="784897" y="750240"/>
                  </a:lnTo>
                  <a:lnTo>
                    <a:pt x="813974" y="714487"/>
                  </a:lnTo>
                  <a:lnTo>
                    <a:pt x="839328" y="675865"/>
                  </a:lnTo>
                  <a:lnTo>
                    <a:pt x="860687" y="634656"/>
                  </a:lnTo>
                  <a:lnTo>
                    <a:pt x="877775" y="591141"/>
                  </a:lnTo>
                  <a:lnTo>
                    <a:pt x="890319" y="545602"/>
                  </a:lnTo>
                  <a:lnTo>
                    <a:pt x="898047" y="498321"/>
                  </a:lnTo>
                  <a:lnTo>
                    <a:pt x="900684" y="449580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247132" y="5119115"/>
              <a:ext cx="901065" cy="899160"/>
            </a:xfrm>
            <a:custGeom>
              <a:avLst/>
              <a:gdLst/>
              <a:ahLst/>
              <a:cxnLst/>
              <a:rect l="l" t="t" r="r" b="b"/>
              <a:pathLst>
                <a:path w="901064" h="899160">
                  <a:moveTo>
                    <a:pt x="0" y="449579"/>
                  </a:moveTo>
                  <a:lnTo>
                    <a:pt x="2637" y="400573"/>
                  </a:lnTo>
                  <a:lnTo>
                    <a:pt x="10367" y="353099"/>
                  </a:lnTo>
                  <a:lnTo>
                    <a:pt x="22920" y="307433"/>
                  </a:lnTo>
                  <a:lnTo>
                    <a:pt x="40025" y="263847"/>
                  </a:lnTo>
                  <a:lnTo>
                    <a:pt x="61411" y="222616"/>
                  </a:lnTo>
                  <a:lnTo>
                    <a:pt x="86807" y="184013"/>
                  </a:lnTo>
                  <a:lnTo>
                    <a:pt x="115941" y="148312"/>
                  </a:lnTo>
                  <a:lnTo>
                    <a:pt x="148543" y="115786"/>
                  </a:lnTo>
                  <a:lnTo>
                    <a:pt x="184343" y="86709"/>
                  </a:lnTo>
                  <a:lnTo>
                    <a:pt x="223068" y="61355"/>
                  </a:lnTo>
                  <a:lnTo>
                    <a:pt x="264448" y="39996"/>
                  </a:lnTo>
                  <a:lnTo>
                    <a:pt x="308213" y="22908"/>
                  </a:lnTo>
                  <a:lnTo>
                    <a:pt x="354091" y="10364"/>
                  </a:lnTo>
                  <a:lnTo>
                    <a:pt x="401812" y="2636"/>
                  </a:lnTo>
                  <a:lnTo>
                    <a:pt x="451103" y="0"/>
                  </a:lnTo>
                  <a:lnTo>
                    <a:pt x="500110" y="2636"/>
                  </a:lnTo>
                  <a:lnTo>
                    <a:pt x="547584" y="10364"/>
                  </a:lnTo>
                  <a:lnTo>
                    <a:pt x="593250" y="22908"/>
                  </a:lnTo>
                  <a:lnTo>
                    <a:pt x="636836" y="39996"/>
                  </a:lnTo>
                  <a:lnTo>
                    <a:pt x="678067" y="61355"/>
                  </a:lnTo>
                  <a:lnTo>
                    <a:pt x="716670" y="86709"/>
                  </a:lnTo>
                  <a:lnTo>
                    <a:pt x="752371" y="115786"/>
                  </a:lnTo>
                  <a:lnTo>
                    <a:pt x="784897" y="148312"/>
                  </a:lnTo>
                  <a:lnTo>
                    <a:pt x="813974" y="184013"/>
                  </a:lnTo>
                  <a:lnTo>
                    <a:pt x="839328" y="222616"/>
                  </a:lnTo>
                  <a:lnTo>
                    <a:pt x="860686" y="263847"/>
                  </a:lnTo>
                  <a:lnTo>
                    <a:pt x="877775" y="307433"/>
                  </a:lnTo>
                  <a:lnTo>
                    <a:pt x="890319" y="353099"/>
                  </a:lnTo>
                  <a:lnTo>
                    <a:pt x="898047" y="400573"/>
                  </a:lnTo>
                  <a:lnTo>
                    <a:pt x="900683" y="449579"/>
                  </a:lnTo>
                  <a:lnTo>
                    <a:pt x="898047" y="498321"/>
                  </a:lnTo>
                  <a:lnTo>
                    <a:pt x="890319" y="545602"/>
                  </a:lnTo>
                  <a:lnTo>
                    <a:pt x="877775" y="591141"/>
                  </a:lnTo>
                  <a:lnTo>
                    <a:pt x="860686" y="634656"/>
                  </a:lnTo>
                  <a:lnTo>
                    <a:pt x="839328" y="675865"/>
                  </a:lnTo>
                  <a:lnTo>
                    <a:pt x="813974" y="714487"/>
                  </a:lnTo>
                  <a:lnTo>
                    <a:pt x="784897" y="750240"/>
                  </a:lnTo>
                  <a:lnTo>
                    <a:pt x="752371" y="782842"/>
                  </a:lnTo>
                  <a:lnTo>
                    <a:pt x="716670" y="812011"/>
                  </a:lnTo>
                  <a:lnTo>
                    <a:pt x="678067" y="837466"/>
                  </a:lnTo>
                  <a:lnTo>
                    <a:pt x="636836" y="858924"/>
                  </a:lnTo>
                  <a:lnTo>
                    <a:pt x="593250" y="876104"/>
                  </a:lnTo>
                  <a:lnTo>
                    <a:pt x="547584" y="888725"/>
                  </a:lnTo>
                  <a:lnTo>
                    <a:pt x="500110" y="896504"/>
                  </a:lnTo>
                  <a:lnTo>
                    <a:pt x="451103" y="899159"/>
                  </a:lnTo>
                  <a:lnTo>
                    <a:pt x="401812" y="896504"/>
                  </a:lnTo>
                  <a:lnTo>
                    <a:pt x="354091" y="888725"/>
                  </a:lnTo>
                  <a:lnTo>
                    <a:pt x="308213" y="876104"/>
                  </a:lnTo>
                  <a:lnTo>
                    <a:pt x="264448" y="858924"/>
                  </a:lnTo>
                  <a:lnTo>
                    <a:pt x="223068" y="837466"/>
                  </a:lnTo>
                  <a:lnTo>
                    <a:pt x="184343" y="812011"/>
                  </a:lnTo>
                  <a:lnTo>
                    <a:pt x="148543" y="782842"/>
                  </a:lnTo>
                  <a:lnTo>
                    <a:pt x="115941" y="750240"/>
                  </a:lnTo>
                  <a:lnTo>
                    <a:pt x="86807" y="714487"/>
                  </a:lnTo>
                  <a:lnTo>
                    <a:pt x="61411" y="675865"/>
                  </a:lnTo>
                  <a:lnTo>
                    <a:pt x="40025" y="634656"/>
                  </a:lnTo>
                  <a:lnTo>
                    <a:pt x="22920" y="591141"/>
                  </a:lnTo>
                  <a:lnTo>
                    <a:pt x="10367" y="545602"/>
                  </a:lnTo>
                  <a:lnTo>
                    <a:pt x="2637" y="498321"/>
                  </a:lnTo>
                  <a:lnTo>
                    <a:pt x="0" y="449579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524704" y="2772590"/>
            <a:ext cx="846604" cy="732304"/>
            <a:chOff x="1575597" y="3142269"/>
            <a:chExt cx="959485" cy="829944"/>
          </a:xfrm>
        </p:grpSpPr>
        <p:sp>
          <p:nvSpPr>
            <p:cNvPr id="29" name="object 29"/>
            <p:cNvSpPr/>
            <p:nvPr/>
          </p:nvSpPr>
          <p:spPr>
            <a:xfrm>
              <a:off x="1577339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955547" y="413003"/>
                  </a:moveTo>
                  <a:lnTo>
                    <a:pt x="716279" y="0"/>
                  </a:ln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close/>
                </a:path>
              </a:pathLst>
            </a:custGeom>
            <a:solidFill>
              <a:srgbClr val="95AFD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1577339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716279" y="0"/>
                  </a:move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lnTo>
                    <a:pt x="716279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2619294" y="2772590"/>
            <a:ext cx="846604" cy="732304"/>
            <a:chOff x="2816132" y="3142269"/>
            <a:chExt cx="959485" cy="829944"/>
          </a:xfrm>
        </p:grpSpPr>
        <p:sp>
          <p:nvSpPr>
            <p:cNvPr id="32" name="object 32"/>
            <p:cNvSpPr/>
            <p:nvPr/>
          </p:nvSpPr>
          <p:spPr>
            <a:xfrm>
              <a:off x="2817875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955547" y="413003"/>
                  </a:moveTo>
                  <a:lnTo>
                    <a:pt x="716279" y="0"/>
                  </a:ln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close/>
                </a:path>
              </a:pathLst>
            </a:custGeom>
            <a:solidFill>
              <a:srgbClr val="95AFD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817875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716279" y="0"/>
                  </a:move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lnTo>
                    <a:pt x="716279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661441" y="2772590"/>
            <a:ext cx="844924" cy="732304"/>
            <a:chOff x="3997233" y="3142269"/>
            <a:chExt cx="957580" cy="829944"/>
          </a:xfrm>
        </p:grpSpPr>
        <p:sp>
          <p:nvSpPr>
            <p:cNvPr id="35" name="object 35"/>
            <p:cNvSpPr/>
            <p:nvPr/>
          </p:nvSpPr>
          <p:spPr>
            <a:xfrm>
              <a:off x="3998976" y="3144011"/>
              <a:ext cx="954405" cy="826135"/>
            </a:xfrm>
            <a:custGeom>
              <a:avLst/>
              <a:gdLst/>
              <a:ahLst/>
              <a:cxnLst/>
              <a:rect l="l" t="t" r="r" b="b"/>
              <a:pathLst>
                <a:path w="954404" h="826135">
                  <a:moveTo>
                    <a:pt x="954023" y="413003"/>
                  </a:moveTo>
                  <a:lnTo>
                    <a:pt x="716279" y="0"/>
                  </a:ln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4023" y="413003"/>
                  </a:lnTo>
                  <a:close/>
                </a:path>
              </a:pathLst>
            </a:custGeom>
            <a:solidFill>
              <a:srgbClr val="95AFD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3998976" y="3144011"/>
              <a:ext cx="954405" cy="826135"/>
            </a:xfrm>
            <a:custGeom>
              <a:avLst/>
              <a:gdLst/>
              <a:ahLst/>
              <a:cxnLst/>
              <a:rect l="l" t="t" r="r" b="b"/>
              <a:pathLst>
                <a:path w="954404" h="826135">
                  <a:moveTo>
                    <a:pt x="716279" y="0"/>
                  </a:move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4023" y="413003"/>
                  </a:lnTo>
                  <a:lnTo>
                    <a:pt x="716279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703588" y="2772590"/>
            <a:ext cx="844924" cy="732304"/>
            <a:chOff x="5178333" y="3142269"/>
            <a:chExt cx="957580" cy="829944"/>
          </a:xfrm>
        </p:grpSpPr>
        <p:sp>
          <p:nvSpPr>
            <p:cNvPr id="38" name="object 38"/>
            <p:cNvSpPr/>
            <p:nvPr/>
          </p:nvSpPr>
          <p:spPr>
            <a:xfrm>
              <a:off x="5180076" y="3144011"/>
              <a:ext cx="954405" cy="826135"/>
            </a:xfrm>
            <a:custGeom>
              <a:avLst/>
              <a:gdLst/>
              <a:ahLst/>
              <a:cxnLst/>
              <a:rect l="l" t="t" r="r" b="b"/>
              <a:pathLst>
                <a:path w="954404" h="826135">
                  <a:moveTo>
                    <a:pt x="954023" y="413003"/>
                  </a:moveTo>
                  <a:lnTo>
                    <a:pt x="716279" y="0"/>
                  </a:ln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4023" y="413003"/>
                  </a:lnTo>
                  <a:close/>
                </a:path>
              </a:pathLst>
            </a:custGeom>
            <a:solidFill>
              <a:srgbClr val="95AFD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5180076" y="3144011"/>
              <a:ext cx="954405" cy="826135"/>
            </a:xfrm>
            <a:custGeom>
              <a:avLst/>
              <a:gdLst/>
              <a:ahLst/>
              <a:cxnLst/>
              <a:rect l="l" t="t" r="r" b="b"/>
              <a:pathLst>
                <a:path w="954404" h="826135">
                  <a:moveTo>
                    <a:pt x="716279" y="0"/>
                  </a:move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4023" y="413003"/>
                  </a:lnTo>
                  <a:lnTo>
                    <a:pt x="716279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693291" y="2772590"/>
            <a:ext cx="846604" cy="732304"/>
            <a:chOff x="6299996" y="3142269"/>
            <a:chExt cx="959485" cy="829944"/>
          </a:xfrm>
        </p:grpSpPr>
        <p:sp>
          <p:nvSpPr>
            <p:cNvPr id="41" name="object 41"/>
            <p:cNvSpPr/>
            <p:nvPr/>
          </p:nvSpPr>
          <p:spPr>
            <a:xfrm>
              <a:off x="6301739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955547" y="413003"/>
                  </a:moveTo>
                  <a:lnTo>
                    <a:pt x="716279" y="0"/>
                  </a:ln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close/>
                </a:path>
              </a:pathLst>
            </a:custGeom>
            <a:solidFill>
              <a:srgbClr val="95AFD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301739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716279" y="0"/>
                  </a:move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lnTo>
                    <a:pt x="716279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735438" y="2772590"/>
            <a:ext cx="846604" cy="732304"/>
            <a:chOff x="7481096" y="3142269"/>
            <a:chExt cx="959485" cy="829944"/>
          </a:xfrm>
        </p:grpSpPr>
        <p:sp>
          <p:nvSpPr>
            <p:cNvPr id="44" name="object 44"/>
            <p:cNvSpPr/>
            <p:nvPr/>
          </p:nvSpPr>
          <p:spPr>
            <a:xfrm>
              <a:off x="7482839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955547" y="413003"/>
                  </a:moveTo>
                  <a:lnTo>
                    <a:pt x="716279" y="0"/>
                  </a:ln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close/>
                </a:path>
              </a:pathLst>
            </a:custGeom>
            <a:solidFill>
              <a:srgbClr val="95AFD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7482839" y="3144011"/>
              <a:ext cx="955675" cy="826135"/>
            </a:xfrm>
            <a:custGeom>
              <a:avLst/>
              <a:gdLst/>
              <a:ahLst/>
              <a:cxnLst/>
              <a:rect l="l" t="t" r="r" b="b"/>
              <a:pathLst>
                <a:path w="955675" h="826135">
                  <a:moveTo>
                    <a:pt x="716279" y="0"/>
                  </a:moveTo>
                  <a:lnTo>
                    <a:pt x="239267" y="0"/>
                  </a:lnTo>
                  <a:lnTo>
                    <a:pt x="0" y="413003"/>
                  </a:lnTo>
                  <a:lnTo>
                    <a:pt x="239267" y="826007"/>
                  </a:lnTo>
                  <a:lnTo>
                    <a:pt x="716279" y="826007"/>
                  </a:lnTo>
                  <a:lnTo>
                    <a:pt x="955547" y="413003"/>
                  </a:lnTo>
                  <a:lnTo>
                    <a:pt x="716279" y="0"/>
                  </a:lnTo>
                  <a:close/>
                </a:path>
              </a:pathLst>
            </a:custGeom>
            <a:ln w="348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855406" y="772951"/>
            <a:ext cx="7374194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954" y="772951"/>
            <a:ext cx="8377085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Reduce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9F1862-E0FC-416B-BD4B-4ACD36B9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After the </a:t>
            </a:r>
            <a:r>
              <a:rPr lang="en-US" i="1" dirty="0"/>
              <a:t>Map</a:t>
            </a:r>
            <a:r>
              <a:rPr lang="en-US" dirty="0"/>
              <a:t> phase is over, all the intermediate values for a given output key  are combined into a list</a:t>
            </a:r>
          </a:p>
          <a:p>
            <a:pPr algn="just"/>
            <a:r>
              <a:rPr lang="en-US" dirty="0"/>
              <a:t>reduce() combines those intermediate values into one or more final values for that same output key</a:t>
            </a:r>
          </a:p>
          <a:p>
            <a:pPr algn="just"/>
            <a:r>
              <a:rPr lang="en-US" dirty="0"/>
              <a:t>In practice, usually only one final value per key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470" y="730027"/>
            <a:ext cx="2913304" cy="5653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600" b="1" spc="-4" dirty="0">
                <a:latin typeface="+mj-lt"/>
                <a:cs typeface="Arial"/>
              </a:rPr>
              <a:t>Reduce</a:t>
            </a:r>
            <a:endParaRPr sz="3600" b="1" dirty="0">
              <a:latin typeface="+mj-lt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6947" y="1884830"/>
            <a:ext cx="5939677" cy="55454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20946" marR="4483" indent="-1210300">
              <a:spcBef>
                <a:spcPts val="88"/>
              </a:spcBef>
            </a:pPr>
            <a:r>
              <a:rPr sz="1765" b="1" dirty="0">
                <a:latin typeface="Courier New"/>
                <a:cs typeface="Courier New"/>
              </a:rPr>
              <a:t>reduce (out_key, </a:t>
            </a:r>
            <a:r>
              <a:rPr sz="1765" b="1" spc="-4" dirty="0">
                <a:latin typeface="Courier New"/>
                <a:cs typeface="Courier New"/>
              </a:rPr>
              <a:t>intermediate_value </a:t>
            </a:r>
            <a:r>
              <a:rPr sz="1765" b="1" dirty="0">
                <a:latin typeface="Courier New"/>
                <a:cs typeface="Courier New"/>
              </a:rPr>
              <a:t>list)</a:t>
            </a:r>
            <a:r>
              <a:rPr sz="1765" b="1" spc="-22" dirty="0">
                <a:latin typeface="Courier New"/>
                <a:cs typeface="Courier New"/>
              </a:rPr>
              <a:t> </a:t>
            </a:r>
            <a:r>
              <a:rPr sz="1765" b="1" dirty="0">
                <a:latin typeface="Courier New"/>
                <a:cs typeface="Courier New"/>
              </a:rPr>
              <a:t>-&gt;  out_value</a:t>
            </a:r>
            <a:r>
              <a:rPr sz="1765" b="1" spc="-9" dirty="0">
                <a:latin typeface="Courier New"/>
                <a:cs typeface="Courier New"/>
              </a:rPr>
              <a:t> </a:t>
            </a:r>
            <a:r>
              <a:rPr sz="1765" b="1" dirty="0">
                <a:latin typeface="Courier New"/>
                <a:cs typeface="Courier New"/>
              </a:rPr>
              <a:t>list</a:t>
            </a:r>
            <a:endParaRPr sz="1765" dirty="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01328" y="3112544"/>
            <a:ext cx="272863" cy="277906"/>
            <a:chOff x="2229103" y="3527550"/>
            <a:chExt cx="309245" cy="314960"/>
          </a:xfrm>
        </p:grpSpPr>
        <p:sp>
          <p:nvSpPr>
            <p:cNvPr id="5" name="object 5"/>
            <p:cNvSpPr/>
            <p:nvPr/>
          </p:nvSpPr>
          <p:spPr>
            <a:xfrm>
              <a:off x="2231136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304799" y="310895"/>
                  </a:moveTo>
                  <a:lnTo>
                    <a:pt x="304799" y="0"/>
                  </a:lnTo>
                  <a:lnTo>
                    <a:pt x="0" y="0"/>
                  </a:lnTo>
                  <a:lnTo>
                    <a:pt x="0" y="310895"/>
                  </a:lnTo>
                  <a:lnTo>
                    <a:pt x="304799" y="310895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231136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0" y="0"/>
                  </a:moveTo>
                  <a:lnTo>
                    <a:pt x="0" y="310895"/>
                  </a:lnTo>
                  <a:lnTo>
                    <a:pt x="304799" y="310895"/>
                  </a:lnTo>
                  <a:lnTo>
                    <a:pt x="304799" y="0"/>
                  </a:lnTo>
                  <a:lnTo>
                    <a:pt x="0" y="0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85421" y="3112544"/>
            <a:ext cx="273984" cy="277906"/>
            <a:chOff x="2777743" y="3527550"/>
            <a:chExt cx="310515" cy="314960"/>
          </a:xfrm>
        </p:grpSpPr>
        <p:sp>
          <p:nvSpPr>
            <p:cNvPr id="8" name="object 8"/>
            <p:cNvSpPr/>
            <p:nvPr/>
          </p:nvSpPr>
          <p:spPr>
            <a:xfrm>
              <a:off x="2779775" y="3529583"/>
              <a:ext cx="306705" cy="311150"/>
            </a:xfrm>
            <a:custGeom>
              <a:avLst/>
              <a:gdLst/>
              <a:ahLst/>
              <a:cxnLst/>
              <a:rect l="l" t="t" r="r" b="b"/>
              <a:pathLst>
                <a:path w="306705" h="311150">
                  <a:moveTo>
                    <a:pt x="306323" y="310895"/>
                  </a:moveTo>
                  <a:lnTo>
                    <a:pt x="306323" y="0"/>
                  </a:lnTo>
                  <a:lnTo>
                    <a:pt x="0" y="0"/>
                  </a:lnTo>
                  <a:lnTo>
                    <a:pt x="0" y="310895"/>
                  </a:lnTo>
                  <a:lnTo>
                    <a:pt x="306323" y="310895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2779775" y="3529583"/>
              <a:ext cx="306705" cy="311150"/>
            </a:xfrm>
            <a:custGeom>
              <a:avLst/>
              <a:gdLst/>
              <a:ahLst/>
              <a:cxnLst/>
              <a:rect l="l" t="t" r="r" b="b"/>
              <a:pathLst>
                <a:path w="306705" h="311150">
                  <a:moveTo>
                    <a:pt x="0" y="0"/>
                  </a:moveTo>
                  <a:lnTo>
                    <a:pt x="0" y="310895"/>
                  </a:lnTo>
                  <a:lnTo>
                    <a:pt x="306323" y="310895"/>
                  </a:lnTo>
                  <a:lnTo>
                    <a:pt x="306323" y="0"/>
                  </a:lnTo>
                  <a:lnTo>
                    <a:pt x="0" y="0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064136" y="3112544"/>
            <a:ext cx="272863" cy="277906"/>
            <a:chOff x="3320286" y="3527550"/>
            <a:chExt cx="309245" cy="314960"/>
          </a:xfrm>
        </p:grpSpPr>
        <p:sp>
          <p:nvSpPr>
            <p:cNvPr id="11" name="object 11"/>
            <p:cNvSpPr/>
            <p:nvPr/>
          </p:nvSpPr>
          <p:spPr>
            <a:xfrm>
              <a:off x="3322319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304799" y="310895"/>
                  </a:moveTo>
                  <a:lnTo>
                    <a:pt x="304799" y="0"/>
                  </a:lnTo>
                  <a:lnTo>
                    <a:pt x="0" y="0"/>
                  </a:lnTo>
                  <a:lnTo>
                    <a:pt x="0" y="310895"/>
                  </a:lnTo>
                  <a:lnTo>
                    <a:pt x="304799" y="310895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322319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0" y="0"/>
                  </a:moveTo>
                  <a:lnTo>
                    <a:pt x="0" y="310895"/>
                  </a:lnTo>
                  <a:lnTo>
                    <a:pt x="304799" y="310895"/>
                  </a:lnTo>
                  <a:lnTo>
                    <a:pt x="304799" y="0"/>
                  </a:lnTo>
                  <a:lnTo>
                    <a:pt x="0" y="0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541507" y="3112544"/>
            <a:ext cx="272863" cy="277906"/>
            <a:chOff x="3861306" y="3527550"/>
            <a:chExt cx="309245" cy="314960"/>
          </a:xfrm>
        </p:grpSpPr>
        <p:sp>
          <p:nvSpPr>
            <p:cNvPr id="14" name="object 14"/>
            <p:cNvSpPr/>
            <p:nvPr/>
          </p:nvSpPr>
          <p:spPr>
            <a:xfrm>
              <a:off x="3863339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304799" y="310895"/>
                  </a:moveTo>
                  <a:lnTo>
                    <a:pt x="304799" y="0"/>
                  </a:lnTo>
                  <a:lnTo>
                    <a:pt x="0" y="0"/>
                  </a:lnTo>
                  <a:lnTo>
                    <a:pt x="0" y="310895"/>
                  </a:lnTo>
                  <a:lnTo>
                    <a:pt x="304799" y="310895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63339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0" y="0"/>
                  </a:moveTo>
                  <a:lnTo>
                    <a:pt x="0" y="310895"/>
                  </a:lnTo>
                  <a:lnTo>
                    <a:pt x="304799" y="310895"/>
                  </a:lnTo>
                  <a:lnTo>
                    <a:pt x="304799" y="0"/>
                  </a:lnTo>
                  <a:lnTo>
                    <a:pt x="0" y="0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985261" y="3112544"/>
            <a:ext cx="272863" cy="277906"/>
            <a:chOff x="4364227" y="3527550"/>
            <a:chExt cx="309245" cy="314960"/>
          </a:xfrm>
        </p:grpSpPr>
        <p:sp>
          <p:nvSpPr>
            <p:cNvPr id="17" name="object 17"/>
            <p:cNvSpPr/>
            <p:nvPr/>
          </p:nvSpPr>
          <p:spPr>
            <a:xfrm>
              <a:off x="4366259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304799" y="310895"/>
                  </a:moveTo>
                  <a:lnTo>
                    <a:pt x="304799" y="0"/>
                  </a:lnTo>
                  <a:lnTo>
                    <a:pt x="0" y="0"/>
                  </a:lnTo>
                  <a:lnTo>
                    <a:pt x="0" y="310895"/>
                  </a:lnTo>
                  <a:lnTo>
                    <a:pt x="304799" y="310895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4366259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0" y="0"/>
                  </a:moveTo>
                  <a:lnTo>
                    <a:pt x="0" y="310895"/>
                  </a:lnTo>
                  <a:lnTo>
                    <a:pt x="304799" y="310895"/>
                  </a:lnTo>
                  <a:lnTo>
                    <a:pt x="304799" y="0"/>
                  </a:lnTo>
                  <a:lnTo>
                    <a:pt x="0" y="0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462631" y="3112544"/>
            <a:ext cx="272863" cy="277906"/>
            <a:chOff x="4905247" y="3527550"/>
            <a:chExt cx="309245" cy="314960"/>
          </a:xfrm>
        </p:grpSpPr>
        <p:sp>
          <p:nvSpPr>
            <p:cNvPr id="20" name="object 20"/>
            <p:cNvSpPr/>
            <p:nvPr/>
          </p:nvSpPr>
          <p:spPr>
            <a:xfrm>
              <a:off x="4907280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304799" y="310895"/>
                  </a:moveTo>
                  <a:lnTo>
                    <a:pt x="304799" y="0"/>
                  </a:lnTo>
                  <a:lnTo>
                    <a:pt x="0" y="0"/>
                  </a:lnTo>
                  <a:lnTo>
                    <a:pt x="0" y="310895"/>
                  </a:lnTo>
                  <a:lnTo>
                    <a:pt x="304799" y="310895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4907280" y="3529583"/>
              <a:ext cx="304800" cy="311150"/>
            </a:xfrm>
            <a:custGeom>
              <a:avLst/>
              <a:gdLst/>
              <a:ahLst/>
              <a:cxnLst/>
              <a:rect l="l" t="t" r="r" b="b"/>
              <a:pathLst>
                <a:path w="304800" h="311150">
                  <a:moveTo>
                    <a:pt x="0" y="0"/>
                  </a:moveTo>
                  <a:lnTo>
                    <a:pt x="0" y="310895"/>
                  </a:lnTo>
                  <a:lnTo>
                    <a:pt x="304799" y="310895"/>
                  </a:lnTo>
                  <a:lnTo>
                    <a:pt x="304799" y="0"/>
                  </a:lnTo>
                  <a:lnTo>
                    <a:pt x="0" y="0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/>
          <p:nvPr/>
        </p:nvSpPr>
        <p:spPr>
          <a:xfrm>
            <a:off x="1179307" y="4450978"/>
            <a:ext cx="749001" cy="15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1340671" y="3203090"/>
            <a:ext cx="449132" cy="1559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4" name="object 24"/>
          <p:cNvGrpSpPr/>
          <p:nvPr/>
        </p:nvGrpSpPr>
        <p:grpSpPr>
          <a:xfrm>
            <a:off x="2976730" y="4178897"/>
            <a:ext cx="908796" cy="926166"/>
            <a:chOff x="3221227" y="4736083"/>
            <a:chExt cx="1029969" cy="1049655"/>
          </a:xfrm>
        </p:grpSpPr>
        <p:sp>
          <p:nvSpPr>
            <p:cNvPr id="25" name="object 25"/>
            <p:cNvSpPr/>
            <p:nvPr/>
          </p:nvSpPr>
          <p:spPr>
            <a:xfrm>
              <a:off x="3223259" y="4738115"/>
              <a:ext cx="1026160" cy="1045844"/>
            </a:xfrm>
            <a:custGeom>
              <a:avLst/>
              <a:gdLst/>
              <a:ahLst/>
              <a:cxnLst/>
              <a:rect l="l" t="t" r="r" b="b"/>
              <a:pathLst>
                <a:path w="1026160" h="1045845">
                  <a:moveTo>
                    <a:pt x="1025651" y="1045463"/>
                  </a:moveTo>
                  <a:lnTo>
                    <a:pt x="1025651" y="0"/>
                  </a:lnTo>
                  <a:lnTo>
                    <a:pt x="0" y="0"/>
                  </a:lnTo>
                  <a:lnTo>
                    <a:pt x="0" y="1045463"/>
                  </a:lnTo>
                  <a:lnTo>
                    <a:pt x="1025651" y="1045463"/>
                  </a:lnTo>
                  <a:close/>
                </a:path>
              </a:pathLst>
            </a:custGeom>
            <a:solidFill>
              <a:srgbClr val="FF0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23259" y="4738115"/>
              <a:ext cx="1026160" cy="1045844"/>
            </a:xfrm>
            <a:custGeom>
              <a:avLst/>
              <a:gdLst/>
              <a:ahLst/>
              <a:cxnLst/>
              <a:rect l="l" t="t" r="r" b="b"/>
              <a:pathLst>
                <a:path w="1026160" h="1045845">
                  <a:moveTo>
                    <a:pt x="0" y="0"/>
                  </a:moveTo>
                  <a:lnTo>
                    <a:pt x="0" y="1045463"/>
                  </a:lnTo>
                  <a:lnTo>
                    <a:pt x="1025651" y="1045463"/>
                  </a:lnTo>
                  <a:lnTo>
                    <a:pt x="1025651" y="0"/>
                  </a:lnTo>
                  <a:lnTo>
                    <a:pt x="0" y="0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/>
          <p:nvPr/>
        </p:nvSpPr>
        <p:spPr>
          <a:xfrm>
            <a:off x="2035884" y="3525818"/>
            <a:ext cx="2758328" cy="411816"/>
          </a:xfrm>
          <a:custGeom>
            <a:avLst/>
            <a:gdLst/>
            <a:ahLst/>
            <a:cxnLst/>
            <a:rect l="l" t="t" r="r" b="b"/>
            <a:pathLst>
              <a:path w="3126104" h="466725">
                <a:moveTo>
                  <a:pt x="0" y="0"/>
                </a:moveTo>
                <a:lnTo>
                  <a:pt x="1525523" y="466343"/>
                </a:lnTo>
                <a:lnTo>
                  <a:pt x="3125723" y="0"/>
                </a:lnTo>
              </a:path>
            </a:pathLst>
          </a:custGeom>
          <a:ln w="1219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8" name="object 28"/>
          <p:cNvGrpSpPr/>
          <p:nvPr/>
        </p:nvGrpSpPr>
        <p:grpSpPr>
          <a:xfrm>
            <a:off x="5229113" y="3119270"/>
            <a:ext cx="327772" cy="333375"/>
            <a:chOff x="5773927" y="3535171"/>
            <a:chExt cx="371475" cy="377825"/>
          </a:xfrm>
        </p:grpSpPr>
        <p:sp>
          <p:nvSpPr>
            <p:cNvPr id="29" name="object 29"/>
            <p:cNvSpPr/>
            <p:nvPr/>
          </p:nvSpPr>
          <p:spPr>
            <a:xfrm>
              <a:off x="5775960" y="3537204"/>
              <a:ext cx="367665" cy="373380"/>
            </a:xfrm>
            <a:custGeom>
              <a:avLst/>
              <a:gdLst/>
              <a:ahLst/>
              <a:cxnLst/>
              <a:rect l="l" t="t" r="r" b="b"/>
              <a:pathLst>
                <a:path w="367664" h="373379">
                  <a:moveTo>
                    <a:pt x="367284" y="185928"/>
                  </a:moveTo>
                  <a:lnTo>
                    <a:pt x="360715" y="136701"/>
                  </a:lnTo>
                  <a:lnTo>
                    <a:pt x="342166" y="92343"/>
                  </a:lnTo>
                  <a:lnTo>
                    <a:pt x="313372" y="54673"/>
                  </a:lnTo>
                  <a:lnTo>
                    <a:pt x="276069" y="25512"/>
                  </a:lnTo>
                  <a:lnTo>
                    <a:pt x="231993" y="6681"/>
                  </a:lnTo>
                  <a:lnTo>
                    <a:pt x="182880" y="0"/>
                  </a:lnTo>
                  <a:lnTo>
                    <a:pt x="134408" y="6681"/>
                  </a:lnTo>
                  <a:lnTo>
                    <a:pt x="90762" y="25512"/>
                  </a:lnTo>
                  <a:lnTo>
                    <a:pt x="53721" y="54673"/>
                  </a:lnTo>
                  <a:lnTo>
                    <a:pt x="25061" y="92343"/>
                  </a:lnTo>
                  <a:lnTo>
                    <a:pt x="6561" y="136701"/>
                  </a:lnTo>
                  <a:lnTo>
                    <a:pt x="0" y="185928"/>
                  </a:lnTo>
                  <a:lnTo>
                    <a:pt x="6561" y="235796"/>
                  </a:lnTo>
                  <a:lnTo>
                    <a:pt x="25061" y="280585"/>
                  </a:lnTo>
                  <a:lnTo>
                    <a:pt x="53721" y="318516"/>
                  </a:lnTo>
                  <a:lnTo>
                    <a:pt x="90762" y="347810"/>
                  </a:lnTo>
                  <a:lnTo>
                    <a:pt x="134408" y="366691"/>
                  </a:lnTo>
                  <a:lnTo>
                    <a:pt x="182880" y="373380"/>
                  </a:lnTo>
                  <a:lnTo>
                    <a:pt x="231993" y="366691"/>
                  </a:lnTo>
                  <a:lnTo>
                    <a:pt x="276069" y="347810"/>
                  </a:lnTo>
                  <a:lnTo>
                    <a:pt x="313372" y="318516"/>
                  </a:lnTo>
                  <a:lnTo>
                    <a:pt x="342166" y="280585"/>
                  </a:lnTo>
                  <a:lnTo>
                    <a:pt x="360715" y="235796"/>
                  </a:lnTo>
                  <a:lnTo>
                    <a:pt x="367284" y="185928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5775959" y="3537203"/>
              <a:ext cx="367665" cy="373380"/>
            </a:xfrm>
            <a:custGeom>
              <a:avLst/>
              <a:gdLst/>
              <a:ahLst/>
              <a:cxnLst/>
              <a:rect l="l" t="t" r="r" b="b"/>
              <a:pathLst>
                <a:path w="367664" h="373379">
                  <a:moveTo>
                    <a:pt x="0" y="185927"/>
                  </a:moveTo>
                  <a:lnTo>
                    <a:pt x="6561" y="136701"/>
                  </a:lnTo>
                  <a:lnTo>
                    <a:pt x="25061" y="92343"/>
                  </a:lnTo>
                  <a:lnTo>
                    <a:pt x="53720" y="54673"/>
                  </a:lnTo>
                  <a:lnTo>
                    <a:pt x="90762" y="25512"/>
                  </a:lnTo>
                  <a:lnTo>
                    <a:pt x="134408" y="6681"/>
                  </a:lnTo>
                  <a:lnTo>
                    <a:pt x="182879" y="0"/>
                  </a:lnTo>
                  <a:lnTo>
                    <a:pt x="231993" y="6681"/>
                  </a:lnTo>
                  <a:lnTo>
                    <a:pt x="276069" y="25512"/>
                  </a:lnTo>
                  <a:lnTo>
                    <a:pt x="313372" y="54673"/>
                  </a:lnTo>
                  <a:lnTo>
                    <a:pt x="342166" y="92343"/>
                  </a:lnTo>
                  <a:lnTo>
                    <a:pt x="360715" y="136701"/>
                  </a:lnTo>
                  <a:lnTo>
                    <a:pt x="367283" y="185927"/>
                  </a:lnTo>
                  <a:lnTo>
                    <a:pt x="360715" y="235796"/>
                  </a:lnTo>
                  <a:lnTo>
                    <a:pt x="342166" y="280585"/>
                  </a:lnTo>
                  <a:lnTo>
                    <a:pt x="313372" y="318515"/>
                  </a:lnTo>
                  <a:lnTo>
                    <a:pt x="276069" y="347810"/>
                  </a:lnTo>
                  <a:lnTo>
                    <a:pt x="231993" y="366691"/>
                  </a:lnTo>
                  <a:lnTo>
                    <a:pt x="182879" y="373379"/>
                  </a:lnTo>
                  <a:lnTo>
                    <a:pt x="134408" y="366691"/>
                  </a:lnTo>
                  <a:lnTo>
                    <a:pt x="90762" y="347810"/>
                  </a:lnTo>
                  <a:lnTo>
                    <a:pt x="53720" y="318515"/>
                  </a:lnTo>
                  <a:lnTo>
                    <a:pt x="25061" y="280585"/>
                  </a:lnTo>
                  <a:lnTo>
                    <a:pt x="6561" y="235796"/>
                  </a:lnTo>
                  <a:lnTo>
                    <a:pt x="0" y="185927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660763" y="3119270"/>
            <a:ext cx="326651" cy="333375"/>
            <a:chOff x="6263130" y="3535171"/>
            <a:chExt cx="370205" cy="377825"/>
          </a:xfrm>
        </p:grpSpPr>
        <p:sp>
          <p:nvSpPr>
            <p:cNvPr id="32" name="object 32"/>
            <p:cNvSpPr/>
            <p:nvPr/>
          </p:nvSpPr>
          <p:spPr>
            <a:xfrm>
              <a:off x="6265164" y="3537204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365760" y="185928"/>
                  </a:moveTo>
                  <a:lnTo>
                    <a:pt x="359198" y="136701"/>
                  </a:lnTo>
                  <a:lnTo>
                    <a:pt x="340698" y="92343"/>
                  </a:lnTo>
                  <a:lnTo>
                    <a:pt x="312039" y="54673"/>
                  </a:lnTo>
                  <a:lnTo>
                    <a:pt x="274997" y="25512"/>
                  </a:lnTo>
                  <a:lnTo>
                    <a:pt x="231351" y="6681"/>
                  </a:lnTo>
                  <a:lnTo>
                    <a:pt x="182880" y="0"/>
                  </a:lnTo>
                  <a:lnTo>
                    <a:pt x="133879" y="6681"/>
                  </a:lnTo>
                  <a:lnTo>
                    <a:pt x="90085" y="25512"/>
                  </a:lnTo>
                  <a:lnTo>
                    <a:pt x="53149" y="54673"/>
                  </a:lnTo>
                  <a:lnTo>
                    <a:pt x="24722" y="92343"/>
                  </a:lnTo>
                  <a:lnTo>
                    <a:pt x="6455" y="136701"/>
                  </a:lnTo>
                  <a:lnTo>
                    <a:pt x="0" y="185928"/>
                  </a:lnTo>
                  <a:lnTo>
                    <a:pt x="6455" y="235796"/>
                  </a:lnTo>
                  <a:lnTo>
                    <a:pt x="24722" y="280585"/>
                  </a:lnTo>
                  <a:lnTo>
                    <a:pt x="53149" y="318516"/>
                  </a:lnTo>
                  <a:lnTo>
                    <a:pt x="90085" y="347810"/>
                  </a:lnTo>
                  <a:lnTo>
                    <a:pt x="133879" y="366691"/>
                  </a:lnTo>
                  <a:lnTo>
                    <a:pt x="182880" y="373380"/>
                  </a:lnTo>
                  <a:lnTo>
                    <a:pt x="231351" y="366691"/>
                  </a:lnTo>
                  <a:lnTo>
                    <a:pt x="274997" y="347810"/>
                  </a:lnTo>
                  <a:lnTo>
                    <a:pt x="312039" y="318516"/>
                  </a:lnTo>
                  <a:lnTo>
                    <a:pt x="340698" y="280585"/>
                  </a:lnTo>
                  <a:lnTo>
                    <a:pt x="359198" y="235796"/>
                  </a:lnTo>
                  <a:lnTo>
                    <a:pt x="365760" y="185928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265163" y="3537203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0" y="185927"/>
                  </a:moveTo>
                  <a:lnTo>
                    <a:pt x="6455" y="136701"/>
                  </a:lnTo>
                  <a:lnTo>
                    <a:pt x="24722" y="92343"/>
                  </a:lnTo>
                  <a:lnTo>
                    <a:pt x="53149" y="54673"/>
                  </a:lnTo>
                  <a:lnTo>
                    <a:pt x="90085" y="25512"/>
                  </a:lnTo>
                  <a:lnTo>
                    <a:pt x="133879" y="6681"/>
                  </a:lnTo>
                  <a:lnTo>
                    <a:pt x="182879" y="0"/>
                  </a:lnTo>
                  <a:lnTo>
                    <a:pt x="231351" y="6681"/>
                  </a:lnTo>
                  <a:lnTo>
                    <a:pt x="274997" y="25512"/>
                  </a:lnTo>
                  <a:lnTo>
                    <a:pt x="312038" y="54673"/>
                  </a:lnTo>
                  <a:lnTo>
                    <a:pt x="340698" y="92343"/>
                  </a:lnTo>
                  <a:lnTo>
                    <a:pt x="359198" y="136701"/>
                  </a:lnTo>
                  <a:lnTo>
                    <a:pt x="365759" y="185927"/>
                  </a:lnTo>
                  <a:lnTo>
                    <a:pt x="359198" y="235796"/>
                  </a:lnTo>
                  <a:lnTo>
                    <a:pt x="340698" y="280585"/>
                  </a:lnTo>
                  <a:lnTo>
                    <a:pt x="312038" y="318515"/>
                  </a:lnTo>
                  <a:lnTo>
                    <a:pt x="274997" y="347810"/>
                  </a:lnTo>
                  <a:lnTo>
                    <a:pt x="231351" y="366691"/>
                  </a:lnTo>
                  <a:lnTo>
                    <a:pt x="182879" y="373379"/>
                  </a:lnTo>
                  <a:lnTo>
                    <a:pt x="133879" y="366691"/>
                  </a:lnTo>
                  <a:lnTo>
                    <a:pt x="90085" y="347810"/>
                  </a:lnTo>
                  <a:lnTo>
                    <a:pt x="53149" y="318515"/>
                  </a:lnTo>
                  <a:lnTo>
                    <a:pt x="24722" y="280585"/>
                  </a:lnTo>
                  <a:lnTo>
                    <a:pt x="6455" y="235796"/>
                  </a:lnTo>
                  <a:lnTo>
                    <a:pt x="0" y="185927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091070" y="3119270"/>
            <a:ext cx="326651" cy="333375"/>
            <a:chOff x="6750811" y="3535171"/>
            <a:chExt cx="370205" cy="377825"/>
          </a:xfrm>
        </p:grpSpPr>
        <p:sp>
          <p:nvSpPr>
            <p:cNvPr id="35" name="object 35"/>
            <p:cNvSpPr/>
            <p:nvPr/>
          </p:nvSpPr>
          <p:spPr>
            <a:xfrm>
              <a:off x="6752844" y="3537204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365760" y="185928"/>
                  </a:moveTo>
                  <a:lnTo>
                    <a:pt x="359198" y="136701"/>
                  </a:lnTo>
                  <a:lnTo>
                    <a:pt x="340698" y="92343"/>
                  </a:lnTo>
                  <a:lnTo>
                    <a:pt x="312039" y="54673"/>
                  </a:lnTo>
                  <a:lnTo>
                    <a:pt x="274997" y="25512"/>
                  </a:lnTo>
                  <a:lnTo>
                    <a:pt x="231351" y="6681"/>
                  </a:lnTo>
                  <a:lnTo>
                    <a:pt x="182880" y="0"/>
                  </a:lnTo>
                  <a:lnTo>
                    <a:pt x="134408" y="6681"/>
                  </a:lnTo>
                  <a:lnTo>
                    <a:pt x="90762" y="25512"/>
                  </a:lnTo>
                  <a:lnTo>
                    <a:pt x="53721" y="54673"/>
                  </a:lnTo>
                  <a:lnTo>
                    <a:pt x="25061" y="92343"/>
                  </a:lnTo>
                  <a:lnTo>
                    <a:pt x="6561" y="136701"/>
                  </a:lnTo>
                  <a:lnTo>
                    <a:pt x="0" y="185928"/>
                  </a:lnTo>
                  <a:lnTo>
                    <a:pt x="6561" y="235796"/>
                  </a:lnTo>
                  <a:lnTo>
                    <a:pt x="25061" y="280585"/>
                  </a:lnTo>
                  <a:lnTo>
                    <a:pt x="53721" y="318516"/>
                  </a:lnTo>
                  <a:lnTo>
                    <a:pt x="90762" y="347810"/>
                  </a:lnTo>
                  <a:lnTo>
                    <a:pt x="134408" y="366691"/>
                  </a:lnTo>
                  <a:lnTo>
                    <a:pt x="182880" y="373380"/>
                  </a:lnTo>
                  <a:lnTo>
                    <a:pt x="231351" y="366691"/>
                  </a:lnTo>
                  <a:lnTo>
                    <a:pt x="274997" y="347810"/>
                  </a:lnTo>
                  <a:lnTo>
                    <a:pt x="312039" y="318516"/>
                  </a:lnTo>
                  <a:lnTo>
                    <a:pt x="340698" y="280585"/>
                  </a:lnTo>
                  <a:lnTo>
                    <a:pt x="359198" y="235796"/>
                  </a:lnTo>
                  <a:lnTo>
                    <a:pt x="365760" y="185928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6752844" y="3537203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0" y="185927"/>
                  </a:moveTo>
                  <a:lnTo>
                    <a:pt x="6561" y="136701"/>
                  </a:lnTo>
                  <a:lnTo>
                    <a:pt x="25061" y="92343"/>
                  </a:lnTo>
                  <a:lnTo>
                    <a:pt x="53720" y="54673"/>
                  </a:lnTo>
                  <a:lnTo>
                    <a:pt x="90762" y="25512"/>
                  </a:lnTo>
                  <a:lnTo>
                    <a:pt x="134408" y="6681"/>
                  </a:lnTo>
                  <a:lnTo>
                    <a:pt x="182879" y="0"/>
                  </a:lnTo>
                  <a:lnTo>
                    <a:pt x="231351" y="6681"/>
                  </a:lnTo>
                  <a:lnTo>
                    <a:pt x="274997" y="25512"/>
                  </a:lnTo>
                  <a:lnTo>
                    <a:pt x="312038" y="54673"/>
                  </a:lnTo>
                  <a:lnTo>
                    <a:pt x="340698" y="92343"/>
                  </a:lnTo>
                  <a:lnTo>
                    <a:pt x="359198" y="136701"/>
                  </a:lnTo>
                  <a:lnTo>
                    <a:pt x="365759" y="185927"/>
                  </a:lnTo>
                  <a:lnTo>
                    <a:pt x="359198" y="235796"/>
                  </a:lnTo>
                  <a:lnTo>
                    <a:pt x="340698" y="280585"/>
                  </a:lnTo>
                  <a:lnTo>
                    <a:pt x="312038" y="318515"/>
                  </a:lnTo>
                  <a:lnTo>
                    <a:pt x="274997" y="347810"/>
                  </a:lnTo>
                  <a:lnTo>
                    <a:pt x="231351" y="366691"/>
                  </a:lnTo>
                  <a:lnTo>
                    <a:pt x="182879" y="373379"/>
                  </a:lnTo>
                  <a:lnTo>
                    <a:pt x="134408" y="366691"/>
                  </a:lnTo>
                  <a:lnTo>
                    <a:pt x="90762" y="347810"/>
                  </a:lnTo>
                  <a:lnTo>
                    <a:pt x="53720" y="318515"/>
                  </a:lnTo>
                  <a:lnTo>
                    <a:pt x="25061" y="280585"/>
                  </a:lnTo>
                  <a:lnTo>
                    <a:pt x="6561" y="235796"/>
                  </a:lnTo>
                  <a:lnTo>
                    <a:pt x="0" y="185927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521375" y="3119270"/>
            <a:ext cx="326651" cy="333375"/>
            <a:chOff x="7238490" y="3535171"/>
            <a:chExt cx="370205" cy="377825"/>
          </a:xfrm>
        </p:grpSpPr>
        <p:sp>
          <p:nvSpPr>
            <p:cNvPr id="38" name="object 38"/>
            <p:cNvSpPr/>
            <p:nvPr/>
          </p:nvSpPr>
          <p:spPr>
            <a:xfrm>
              <a:off x="7240524" y="3537204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365760" y="185928"/>
                  </a:moveTo>
                  <a:lnTo>
                    <a:pt x="359198" y="136701"/>
                  </a:lnTo>
                  <a:lnTo>
                    <a:pt x="340698" y="92343"/>
                  </a:lnTo>
                  <a:lnTo>
                    <a:pt x="312039" y="54673"/>
                  </a:lnTo>
                  <a:lnTo>
                    <a:pt x="274997" y="25512"/>
                  </a:lnTo>
                  <a:lnTo>
                    <a:pt x="231351" y="6681"/>
                  </a:lnTo>
                  <a:lnTo>
                    <a:pt x="182880" y="0"/>
                  </a:lnTo>
                  <a:lnTo>
                    <a:pt x="134408" y="6681"/>
                  </a:lnTo>
                  <a:lnTo>
                    <a:pt x="90762" y="25512"/>
                  </a:lnTo>
                  <a:lnTo>
                    <a:pt x="53721" y="54673"/>
                  </a:lnTo>
                  <a:lnTo>
                    <a:pt x="25061" y="92343"/>
                  </a:lnTo>
                  <a:lnTo>
                    <a:pt x="6561" y="136701"/>
                  </a:lnTo>
                  <a:lnTo>
                    <a:pt x="0" y="185928"/>
                  </a:lnTo>
                  <a:lnTo>
                    <a:pt x="6561" y="235796"/>
                  </a:lnTo>
                  <a:lnTo>
                    <a:pt x="25061" y="280585"/>
                  </a:lnTo>
                  <a:lnTo>
                    <a:pt x="53721" y="318516"/>
                  </a:lnTo>
                  <a:lnTo>
                    <a:pt x="90762" y="347810"/>
                  </a:lnTo>
                  <a:lnTo>
                    <a:pt x="134408" y="366691"/>
                  </a:lnTo>
                  <a:lnTo>
                    <a:pt x="182880" y="373380"/>
                  </a:lnTo>
                  <a:lnTo>
                    <a:pt x="231351" y="366691"/>
                  </a:lnTo>
                  <a:lnTo>
                    <a:pt x="274997" y="347810"/>
                  </a:lnTo>
                  <a:lnTo>
                    <a:pt x="312039" y="318516"/>
                  </a:lnTo>
                  <a:lnTo>
                    <a:pt x="340698" y="280585"/>
                  </a:lnTo>
                  <a:lnTo>
                    <a:pt x="359198" y="235796"/>
                  </a:lnTo>
                  <a:lnTo>
                    <a:pt x="365760" y="185928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7240523" y="3537203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0" y="185927"/>
                  </a:moveTo>
                  <a:lnTo>
                    <a:pt x="6561" y="136701"/>
                  </a:lnTo>
                  <a:lnTo>
                    <a:pt x="25061" y="92343"/>
                  </a:lnTo>
                  <a:lnTo>
                    <a:pt x="53720" y="54673"/>
                  </a:lnTo>
                  <a:lnTo>
                    <a:pt x="90762" y="25512"/>
                  </a:lnTo>
                  <a:lnTo>
                    <a:pt x="134408" y="6681"/>
                  </a:lnTo>
                  <a:lnTo>
                    <a:pt x="182879" y="0"/>
                  </a:lnTo>
                  <a:lnTo>
                    <a:pt x="231351" y="6681"/>
                  </a:lnTo>
                  <a:lnTo>
                    <a:pt x="274997" y="25512"/>
                  </a:lnTo>
                  <a:lnTo>
                    <a:pt x="312038" y="54673"/>
                  </a:lnTo>
                  <a:lnTo>
                    <a:pt x="340698" y="92343"/>
                  </a:lnTo>
                  <a:lnTo>
                    <a:pt x="359198" y="136701"/>
                  </a:lnTo>
                  <a:lnTo>
                    <a:pt x="365759" y="185927"/>
                  </a:lnTo>
                  <a:lnTo>
                    <a:pt x="359198" y="235796"/>
                  </a:lnTo>
                  <a:lnTo>
                    <a:pt x="340698" y="280585"/>
                  </a:lnTo>
                  <a:lnTo>
                    <a:pt x="312038" y="318515"/>
                  </a:lnTo>
                  <a:lnTo>
                    <a:pt x="274997" y="347810"/>
                  </a:lnTo>
                  <a:lnTo>
                    <a:pt x="231351" y="366691"/>
                  </a:lnTo>
                  <a:lnTo>
                    <a:pt x="182879" y="373379"/>
                  </a:lnTo>
                  <a:lnTo>
                    <a:pt x="134408" y="366691"/>
                  </a:lnTo>
                  <a:lnTo>
                    <a:pt x="90762" y="347810"/>
                  </a:lnTo>
                  <a:lnTo>
                    <a:pt x="53720" y="318515"/>
                  </a:lnTo>
                  <a:lnTo>
                    <a:pt x="25061" y="280585"/>
                  </a:lnTo>
                  <a:lnTo>
                    <a:pt x="6561" y="235796"/>
                  </a:lnTo>
                  <a:lnTo>
                    <a:pt x="0" y="185927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897894" y="3119270"/>
            <a:ext cx="326651" cy="333375"/>
            <a:chOff x="7665211" y="3535171"/>
            <a:chExt cx="370205" cy="377825"/>
          </a:xfrm>
        </p:grpSpPr>
        <p:sp>
          <p:nvSpPr>
            <p:cNvPr id="41" name="object 41"/>
            <p:cNvSpPr/>
            <p:nvPr/>
          </p:nvSpPr>
          <p:spPr>
            <a:xfrm>
              <a:off x="7667244" y="3537204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365760" y="185928"/>
                  </a:moveTo>
                  <a:lnTo>
                    <a:pt x="359198" y="136701"/>
                  </a:lnTo>
                  <a:lnTo>
                    <a:pt x="340698" y="92343"/>
                  </a:lnTo>
                  <a:lnTo>
                    <a:pt x="312039" y="54673"/>
                  </a:lnTo>
                  <a:lnTo>
                    <a:pt x="274997" y="25512"/>
                  </a:lnTo>
                  <a:lnTo>
                    <a:pt x="231351" y="6681"/>
                  </a:lnTo>
                  <a:lnTo>
                    <a:pt x="182880" y="0"/>
                  </a:lnTo>
                  <a:lnTo>
                    <a:pt x="134408" y="6681"/>
                  </a:lnTo>
                  <a:lnTo>
                    <a:pt x="90762" y="25512"/>
                  </a:lnTo>
                  <a:lnTo>
                    <a:pt x="53721" y="54673"/>
                  </a:lnTo>
                  <a:lnTo>
                    <a:pt x="25061" y="92343"/>
                  </a:lnTo>
                  <a:lnTo>
                    <a:pt x="6561" y="136701"/>
                  </a:lnTo>
                  <a:lnTo>
                    <a:pt x="0" y="185928"/>
                  </a:lnTo>
                  <a:lnTo>
                    <a:pt x="6561" y="235796"/>
                  </a:lnTo>
                  <a:lnTo>
                    <a:pt x="25061" y="280585"/>
                  </a:lnTo>
                  <a:lnTo>
                    <a:pt x="53721" y="318516"/>
                  </a:lnTo>
                  <a:lnTo>
                    <a:pt x="90762" y="347810"/>
                  </a:lnTo>
                  <a:lnTo>
                    <a:pt x="134408" y="366691"/>
                  </a:lnTo>
                  <a:lnTo>
                    <a:pt x="182880" y="373380"/>
                  </a:lnTo>
                  <a:lnTo>
                    <a:pt x="231351" y="366691"/>
                  </a:lnTo>
                  <a:lnTo>
                    <a:pt x="274997" y="347810"/>
                  </a:lnTo>
                  <a:lnTo>
                    <a:pt x="312039" y="318516"/>
                  </a:lnTo>
                  <a:lnTo>
                    <a:pt x="340698" y="280585"/>
                  </a:lnTo>
                  <a:lnTo>
                    <a:pt x="359198" y="235796"/>
                  </a:lnTo>
                  <a:lnTo>
                    <a:pt x="365760" y="185928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7667244" y="3537203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0" y="185927"/>
                  </a:moveTo>
                  <a:lnTo>
                    <a:pt x="6561" y="136701"/>
                  </a:lnTo>
                  <a:lnTo>
                    <a:pt x="25061" y="92343"/>
                  </a:lnTo>
                  <a:lnTo>
                    <a:pt x="53720" y="54673"/>
                  </a:lnTo>
                  <a:lnTo>
                    <a:pt x="90762" y="25512"/>
                  </a:lnTo>
                  <a:lnTo>
                    <a:pt x="134408" y="6681"/>
                  </a:lnTo>
                  <a:lnTo>
                    <a:pt x="182879" y="0"/>
                  </a:lnTo>
                  <a:lnTo>
                    <a:pt x="231351" y="6681"/>
                  </a:lnTo>
                  <a:lnTo>
                    <a:pt x="274997" y="25512"/>
                  </a:lnTo>
                  <a:lnTo>
                    <a:pt x="312038" y="54673"/>
                  </a:lnTo>
                  <a:lnTo>
                    <a:pt x="340698" y="92343"/>
                  </a:lnTo>
                  <a:lnTo>
                    <a:pt x="359198" y="136701"/>
                  </a:lnTo>
                  <a:lnTo>
                    <a:pt x="365759" y="185927"/>
                  </a:lnTo>
                  <a:lnTo>
                    <a:pt x="359198" y="235796"/>
                  </a:lnTo>
                  <a:lnTo>
                    <a:pt x="340698" y="280585"/>
                  </a:lnTo>
                  <a:lnTo>
                    <a:pt x="312038" y="318515"/>
                  </a:lnTo>
                  <a:lnTo>
                    <a:pt x="274997" y="347810"/>
                  </a:lnTo>
                  <a:lnTo>
                    <a:pt x="231351" y="366691"/>
                  </a:lnTo>
                  <a:lnTo>
                    <a:pt x="182879" y="373379"/>
                  </a:lnTo>
                  <a:lnTo>
                    <a:pt x="134408" y="366691"/>
                  </a:lnTo>
                  <a:lnTo>
                    <a:pt x="90762" y="347810"/>
                  </a:lnTo>
                  <a:lnTo>
                    <a:pt x="53720" y="318515"/>
                  </a:lnTo>
                  <a:lnTo>
                    <a:pt x="25061" y="280585"/>
                  </a:lnTo>
                  <a:lnTo>
                    <a:pt x="6561" y="235796"/>
                  </a:lnTo>
                  <a:lnTo>
                    <a:pt x="0" y="185927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328199" y="3119270"/>
            <a:ext cx="326651" cy="333375"/>
            <a:chOff x="8152890" y="3535171"/>
            <a:chExt cx="370205" cy="377825"/>
          </a:xfrm>
        </p:grpSpPr>
        <p:sp>
          <p:nvSpPr>
            <p:cNvPr id="44" name="object 44"/>
            <p:cNvSpPr/>
            <p:nvPr/>
          </p:nvSpPr>
          <p:spPr>
            <a:xfrm>
              <a:off x="8154924" y="3537204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365760" y="185928"/>
                  </a:moveTo>
                  <a:lnTo>
                    <a:pt x="359304" y="136701"/>
                  </a:lnTo>
                  <a:lnTo>
                    <a:pt x="341037" y="92343"/>
                  </a:lnTo>
                  <a:lnTo>
                    <a:pt x="312610" y="54673"/>
                  </a:lnTo>
                  <a:lnTo>
                    <a:pt x="275674" y="25512"/>
                  </a:lnTo>
                  <a:lnTo>
                    <a:pt x="231880" y="6681"/>
                  </a:lnTo>
                  <a:lnTo>
                    <a:pt x="182880" y="0"/>
                  </a:lnTo>
                  <a:lnTo>
                    <a:pt x="134408" y="6681"/>
                  </a:lnTo>
                  <a:lnTo>
                    <a:pt x="90762" y="25512"/>
                  </a:lnTo>
                  <a:lnTo>
                    <a:pt x="53721" y="54673"/>
                  </a:lnTo>
                  <a:lnTo>
                    <a:pt x="25061" y="92343"/>
                  </a:lnTo>
                  <a:lnTo>
                    <a:pt x="6561" y="136701"/>
                  </a:lnTo>
                  <a:lnTo>
                    <a:pt x="0" y="185928"/>
                  </a:lnTo>
                  <a:lnTo>
                    <a:pt x="6561" y="235796"/>
                  </a:lnTo>
                  <a:lnTo>
                    <a:pt x="25061" y="280585"/>
                  </a:lnTo>
                  <a:lnTo>
                    <a:pt x="53721" y="318516"/>
                  </a:lnTo>
                  <a:lnTo>
                    <a:pt x="90762" y="347810"/>
                  </a:lnTo>
                  <a:lnTo>
                    <a:pt x="134408" y="366691"/>
                  </a:lnTo>
                  <a:lnTo>
                    <a:pt x="182880" y="373380"/>
                  </a:lnTo>
                  <a:lnTo>
                    <a:pt x="231880" y="366691"/>
                  </a:lnTo>
                  <a:lnTo>
                    <a:pt x="275674" y="347810"/>
                  </a:lnTo>
                  <a:lnTo>
                    <a:pt x="312610" y="318516"/>
                  </a:lnTo>
                  <a:lnTo>
                    <a:pt x="341037" y="280585"/>
                  </a:lnTo>
                  <a:lnTo>
                    <a:pt x="359304" y="235796"/>
                  </a:lnTo>
                  <a:lnTo>
                    <a:pt x="365760" y="185928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8154923" y="3537203"/>
              <a:ext cx="365760" cy="373380"/>
            </a:xfrm>
            <a:custGeom>
              <a:avLst/>
              <a:gdLst/>
              <a:ahLst/>
              <a:cxnLst/>
              <a:rect l="l" t="t" r="r" b="b"/>
              <a:pathLst>
                <a:path w="365759" h="373379">
                  <a:moveTo>
                    <a:pt x="0" y="185927"/>
                  </a:moveTo>
                  <a:lnTo>
                    <a:pt x="6561" y="136701"/>
                  </a:lnTo>
                  <a:lnTo>
                    <a:pt x="25061" y="92343"/>
                  </a:lnTo>
                  <a:lnTo>
                    <a:pt x="53720" y="54673"/>
                  </a:lnTo>
                  <a:lnTo>
                    <a:pt x="90762" y="25512"/>
                  </a:lnTo>
                  <a:lnTo>
                    <a:pt x="134408" y="6681"/>
                  </a:lnTo>
                  <a:lnTo>
                    <a:pt x="182879" y="0"/>
                  </a:lnTo>
                  <a:lnTo>
                    <a:pt x="231880" y="6681"/>
                  </a:lnTo>
                  <a:lnTo>
                    <a:pt x="275674" y="25512"/>
                  </a:lnTo>
                  <a:lnTo>
                    <a:pt x="312610" y="54673"/>
                  </a:lnTo>
                  <a:lnTo>
                    <a:pt x="341037" y="92343"/>
                  </a:lnTo>
                  <a:lnTo>
                    <a:pt x="359304" y="136701"/>
                  </a:lnTo>
                  <a:lnTo>
                    <a:pt x="365759" y="185927"/>
                  </a:lnTo>
                  <a:lnTo>
                    <a:pt x="359304" y="235796"/>
                  </a:lnTo>
                  <a:lnTo>
                    <a:pt x="341037" y="280585"/>
                  </a:lnTo>
                  <a:lnTo>
                    <a:pt x="312610" y="318515"/>
                  </a:lnTo>
                  <a:lnTo>
                    <a:pt x="275674" y="347810"/>
                  </a:lnTo>
                  <a:lnTo>
                    <a:pt x="231880" y="366691"/>
                  </a:lnTo>
                  <a:lnTo>
                    <a:pt x="182879" y="373379"/>
                  </a:lnTo>
                  <a:lnTo>
                    <a:pt x="134408" y="366691"/>
                  </a:lnTo>
                  <a:lnTo>
                    <a:pt x="90762" y="347810"/>
                  </a:lnTo>
                  <a:lnTo>
                    <a:pt x="53720" y="318515"/>
                  </a:lnTo>
                  <a:lnTo>
                    <a:pt x="25061" y="280585"/>
                  </a:lnTo>
                  <a:lnTo>
                    <a:pt x="6561" y="235796"/>
                  </a:lnTo>
                  <a:lnTo>
                    <a:pt x="0" y="185927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6" name="object 46"/>
          <p:cNvSpPr/>
          <p:nvPr/>
        </p:nvSpPr>
        <p:spPr>
          <a:xfrm>
            <a:off x="5013063" y="3525818"/>
            <a:ext cx="2758328" cy="411816"/>
          </a:xfrm>
          <a:custGeom>
            <a:avLst/>
            <a:gdLst/>
            <a:ahLst/>
            <a:cxnLst/>
            <a:rect l="l" t="t" r="r" b="b"/>
            <a:pathLst>
              <a:path w="3126104" h="466725">
                <a:moveTo>
                  <a:pt x="0" y="0"/>
                </a:moveTo>
                <a:lnTo>
                  <a:pt x="1523999" y="466343"/>
                </a:lnTo>
                <a:lnTo>
                  <a:pt x="3125723" y="0"/>
                </a:lnTo>
              </a:path>
            </a:pathLst>
          </a:custGeom>
          <a:ln w="1219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7" name="object 47"/>
          <p:cNvGrpSpPr/>
          <p:nvPr/>
        </p:nvGrpSpPr>
        <p:grpSpPr>
          <a:xfrm>
            <a:off x="5902809" y="4106282"/>
            <a:ext cx="945216" cy="963706"/>
            <a:chOff x="6537450" y="4653786"/>
            <a:chExt cx="1071245" cy="1092200"/>
          </a:xfrm>
        </p:grpSpPr>
        <p:sp>
          <p:nvSpPr>
            <p:cNvPr id="48" name="object 48"/>
            <p:cNvSpPr/>
            <p:nvPr/>
          </p:nvSpPr>
          <p:spPr>
            <a:xfrm>
              <a:off x="6539483" y="4655820"/>
              <a:ext cx="1066800" cy="1088390"/>
            </a:xfrm>
            <a:custGeom>
              <a:avLst/>
              <a:gdLst/>
              <a:ahLst/>
              <a:cxnLst/>
              <a:rect l="l" t="t" r="r" b="b"/>
              <a:pathLst>
                <a:path w="1066800" h="1088389">
                  <a:moveTo>
                    <a:pt x="1066800" y="544068"/>
                  </a:moveTo>
                  <a:lnTo>
                    <a:pt x="1064616" y="494584"/>
                  </a:lnTo>
                  <a:lnTo>
                    <a:pt x="1058191" y="446337"/>
                  </a:lnTo>
                  <a:lnTo>
                    <a:pt x="1047714" y="399520"/>
                  </a:lnTo>
                  <a:lnTo>
                    <a:pt x="1033376" y="354326"/>
                  </a:lnTo>
                  <a:lnTo>
                    <a:pt x="1015366" y="310948"/>
                  </a:lnTo>
                  <a:lnTo>
                    <a:pt x="993873" y="269578"/>
                  </a:lnTo>
                  <a:lnTo>
                    <a:pt x="969088" y="230410"/>
                  </a:lnTo>
                  <a:lnTo>
                    <a:pt x="941200" y="193635"/>
                  </a:lnTo>
                  <a:lnTo>
                    <a:pt x="910399" y="159448"/>
                  </a:lnTo>
                  <a:lnTo>
                    <a:pt x="876874" y="128041"/>
                  </a:lnTo>
                  <a:lnTo>
                    <a:pt x="840816" y="99606"/>
                  </a:lnTo>
                  <a:lnTo>
                    <a:pt x="802414" y="74337"/>
                  </a:lnTo>
                  <a:lnTo>
                    <a:pt x="761857" y="52426"/>
                  </a:lnTo>
                  <a:lnTo>
                    <a:pt x="719336" y="34067"/>
                  </a:lnTo>
                  <a:lnTo>
                    <a:pt x="675040" y="19452"/>
                  </a:lnTo>
                  <a:lnTo>
                    <a:pt x="629159" y="8773"/>
                  </a:lnTo>
                  <a:lnTo>
                    <a:pt x="581882" y="2225"/>
                  </a:lnTo>
                  <a:lnTo>
                    <a:pt x="533400" y="0"/>
                  </a:lnTo>
                  <a:lnTo>
                    <a:pt x="484691" y="2225"/>
                  </a:lnTo>
                  <a:lnTo>
                    <a:pt x="437239" y="8773"/>
                  </a:lnTo>
                  <a:lnTo>
                    <a:pt x="391230" y="19452"/>
                  </a:lnTo>
                  <a:lnTo>
                    <a:pt x="346849" y="34067"/>
                  </a:lnTo>
                  <a:lnTo>
                    <a:pt x="304279" y="52426"/>
                  </a:lnTo>
                  <a:lnTo>
                    <a:pt x="263708" y="74337"/>
                  </a:lnTo>
                  <a:lnTo>
                    <a:pt x="225319" y="99606"/>
                  </a:lnTo>
                  <a:lnTo>
                    <a:pt x="189297" y="128041"/>
                  </a:lnTo>
                  <a:lnTo>
                    <a:pt x="155829" y="159448"/>
                  </a:lnTo>
                  <a:lnTo>
                    <a:pt x="125097" y="193635"/>
                  </a:lnTo>
                  <a:lnTo>
                    <a:pt x="97288" y="230410"/>
                  </a:lnTo>
                  <a:lnTo>
                    <a:pt x="72587" y="269578"/>
                  </a:lnTo>
                  <a:lnTo>
                    <a:pt x="51178" y="310948"/>
                  </a:lnTo>
                  <a:lnTo>
                    <a:pt x="33247" y="354326"/>
                  </a:lnTo>
                  <a:lnTo>
                    <a:pt x="18979" y="399520"/>
                  </a:lnTo>
                  <a:lnTo>
                    <a:pt x="8558" y="446337"/>
                  </a:lnTo>
                  <a:lnTo>
                    <a:pt x="2170" y="494584"/>
                  </a:lnTo>
                  <a:lnTo>
                    <a:pt x="0" y="544068"/>
                  </a:lnTo>
                  <a:lnTo>
                    <a:pt x="2170" y="593778"/>
                  </a:lnTo>
                  <a:lnTo>
                    <a:pt x="8558" y="642199"/>
                  </a:lnTo>
                  <a:lnTo>
                    <a:pt x="18979" y="689144"/>
                  </a:lnTo>
                  <a:lnTo>
                    <a:pt x="33247" y="734423"/>
                  </a:lnTo>
                  <a:lnTo>
                    <a:pt x="51178" y="777849"/>
                  </a:lnTo>
                  <a:lnTo>
                    <a:pt x="72587" y="819234"/>
                  </a:lnTo>
                  <a:lnTo>
                    <a:pt x="97288" y="858389"/>
                  </a:lnTo>
                  <a:lnTo>
                    <a:pt x="125097" y="895127"/>
                  </a:lnTo>
                  <a:lnTo>
                    <a:pt x="155829" y="929259"/>
                  </a:lnTo>
                  <a:lnTo>
                    <a:pt x="189297" y="960596"/>
                  </a:lnTo>
                  <a:lnTo>
                    <a:pt x="225319" y="988952"/>
                  </a:lnTo>
                  <a:lnTo>
                    <a:pt x="263708" y="1014137"/>
                  </a:lnTo>
                  <a:lnTo>
                    <a:pt x="304279" y="1035964"/>
                  </a:lnTo>
                  <a:lnTo>
                    <a:pt x="346849" y="1054244"/>
                  </a:lnTo>
                  <a:lnTo>
                    <a:pt x="391230" y="1068789"/>
                  </a:lnTo>
                  <a:lnTo>
                    <a:pt x="437239" y="1079412"/>
                  </a:lnTo>
                  <a:lnTo>
                    <a:pt x="484691" y="1085923"/>
                  </a:lnTo>
                  <a:lnTo>
                    <a:pt x="533400" y="1088136"/>
                  </a:lnTo>
                  <a:lnTo>
                    <a:pt x="581882" y="1085923"/>
                  </a:lnTo>
                  <a:lnTo>
                    <a:pt x="629159" y="1079412"/>
                  </a:lnTo>
                  <a:lnTo>
                    <a:pt x="675040" y="1068789"/>
                  </a:lnTo>
                  <a:lnTo>
                    <a:pt x="719336" y="1054244"/>
                  </a:lnTo>
                  <a:lnTo>
                    <a:pt x="761857" y="1035964"/>
                  </a:lnTo>
                  <a:lnTo>
                    <a:pt x="802414" y="1014137"/>
                  </a:lnTo>
                  <a:lnTo>
                    <a:pt x="840816" y="988952"/>
                  </a:lnTo>
                  <a:lnTo>
                    <a:pt x="876874" y="960596"/>
                  </a:lnTo>
                  <a:lnTo>
                    <a:pt x="910399" y="929259"/>
                  </a:lnTo>
                  <a:lnTo>
                    <a:pt x="941200" y="895127"/>
                  </a:lnTo>
                  <a:lnTo>
                    <a:pt x="969088" y="858389"/>
                  </a:lnTo>
                  <a:lnTo>
                    <a:pt x="993873" y="819234"/>
                  </a:lnTo>
                  <a:lnTo>
                    <a:pt x="1015366" y="777849"/>
                  </a:lnTo>
                  <a:lnTo>
                    <a:pt x="1033376" y="734423"/>
                  </a:lnTo>
                  <a:lnTo>
                    <a:pt x="1047714" y="689144"/>
                  </a:lnTo>
                  <a:lnTo>
                    <a:pt x="1058191" y="642199"/>
                  </a:lnTo>
                  <a:lnTo>
                    <a:pt x="1064616" y="593778"/>
                  </a:lnTo>
                  <a:lnTo>
                    <a:pt x="1066800" y="544068"/>
                  </a:lnTo>
                  <a:close/>
                </a:path>
              </a:pathLst>
            </a:custGeom>
            <a:solidFill>
              <a:srgbClr val="01810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6539483" y="4655819"/>
              <a:ext cx="1066800" cy="1088390"/>
            </a:xfrm>
            <a:custGeom>
              <a:avLst/>
              <a:gdLst/>
              <a:ahLst/>
              <a:cxnLst/>
              <a:rect l="l" t="t" r="r" b="b"/>
              <a:pathLst>
                <a:path w="1066800" h="1088389">
                  <a:moveTo>
                    <a:pt x="0" y="544067"/>
                  </a:moveTo>
                  <a:lnTo>
                    <a:pt x="2170" y="494584"/>
                  </a:lnTo>
                  <a:lnTo>
                    <a:pt x="8558" y="446337"/>
                  </a:lnTo>
                  <a:lnTo>
                    <a:pt x="18979" y="399520"/>
                  </a:lnTo>
                  <a:lnTo>
                    <a:pt x="33247" y="354326"/>
                  </a:lnTo>
                  <a:lnTo>
                    <a:pt x="51178" y="310948"/>
                  </a:lnTo>
                  <a:lnTo>
                    <a:pt x="72587" y="269578"/>
                  </a:lnTo>
                  <a:lnTo>
                    <a:pt x="97288" y="230410"/>
                  </a:lnTo>
                  <a:lnTo>
                    <a:pt x="125097" y="193635"/>
                  </a:lnTo>
                  <a:lnTo>
                    <a:pt x="155828" y="159448"/>
                  </a:lnTo>
                  <a:lnTo>
                    <a:pt x="189297" y="128041"/>
                  </a:lnTo>
                  <a:lnTo>
                    <a:pt x="225319" y="99606"/>
                  </a:lnTo>
                  <a:lnTo>
                    <a:pt x="263708" y="74337"/>
                  </a:lnTo>
                  <a:lnTo>
                    <a:pt x="304279" y="52426"/>
                  </a:lnTo>
                  <a:lnTo>
                    <a:pt x="346849" y="34067"/>
                  </a:lnTo>
                  <a:lnTo>
                    <a:pt x="391230" y="19452"/>
                  </a:lnTo>
                  <a:lnTo>
                    <a:pt x="437239" y="8773"/>
                  </a:lnTo>
                  <a:lnTo>
                    <a:pt x="484691" y="2225"/>
                  </a:lnTo>
                  <a:lnTo>
                    <a:pt x="533399" y="0"/>
                  </a:lnTo>
                  <a:lnTo>
                    <a:pt x="581882" y="2225"/>
                  </a:lnTo>
                  <a:lnTo>
                    <a:pt x="629159" y="8773"/>
                  </a:lnTo>
                  <a:lnTo>
                    <a:pt x="675040" y="19452"/>
                  </a:lnTo>
                  <a:lnTo>
                    <a:pt x="719336" y="34067"/>
                  </a:lnTo>
                  <a:lnTo>
                    <a:pt x="761857" y="52426"/>
                  </a:lnTo>
                  <a:lnTo>
                    <a:pt x="802414" y="74337"/>
                  </a:lnTo>
                  <a:lnTo>
                    <a:pt x="840816" y="99606"/>
                  </a:lnTo>
                  <a:lnTo>
                    <a:pt x="876874" y="128041"/>
                  </a:lnTo>
                  <a:lnTo>
                    <a:pt x="910399" y="159448"/>
                  </a:lnTo>
                  <a:lnTo>
                    <a:pt x="941200" y="193635"/>
                  </a:lnTo>
                  <a:lnTo>
                    <a:pt x="969088" y="230410"/>
                  </a:lnTo>
                  <a:lnTo>
                    <a:pt x="993873" y="269578"/>
                  </a:lnTo>
                  <a:lnTo>
                    <a:pt x="1015366" y="310948"/>
                  </a:lnTo>
                  <a:lnTo>
                    <a:pt x="1033376" y="354326"/>
                  </a:lnTo>
                  <a:lnTo>
                    <a:pt x="1047714" y="399520"/>
                  </a:lnTo>
                  <a:lnTo>
                    <a:pt x="1058191" y="446337"/>
                  </a:lnTo>
                  <a:lnTo>
                    <a:pt x="1064616" y="494584"/>
                  </a:lnTo>
                  <a:lnTo>
                    <a:pt x="1066799" y="544067"/>
                  </a:lnTo>
                  <a:lnTo>
                    <a:pt x="1064616" y="593778"/>
                  </a:lnTo>
                  <a:lnTo>
                    <a:pt x="1058191" y="642199"/>
                  </a:lnTo>
                  <a:lnTo>
                    <a:pt x="1047714" y="689144"/>
                  </a:lnTo>
                  <a:lnTo>
                    <a:pt x="1033376" y="734423"/>
                  </a:lnTo>
                  <a:lnTo>
                    <a:pt x="1015366" y="777849"/>
                  </a:lnTo>
                  <a:lnTo>
                    <a:pt x="993873" y="819234"/>
                  </a:lnTo>
                  <a:lnTo>
                    <a:pt x="969088" y="858389"/>
                  </a:lnTo>
                  <a:lnTo>
                    <a:pt x="941200" y="895127"/>
                  </a:lnTo>
                  <a:lnTo>
                    <a:pt x="910399" y="929258"/>
                  </a:lnTo>
                  <a:lnTo>
                    <a:pt x="876874" y="960596"/>
                  </a:lnTo>
                  <a:lnTo>
                    <a:pt x="840816" y="988952"/>
                  </a:lnTo>
                  <a:lnTo>
                    <a:pt x="802414" y="1014137"/>
                  </a:lnTo>
                  <a:lnTo>
                    <a:pt x="761857" y="1035964"/>
                  </a:lnTo>
                  <a:lnTo>
                    <a:pt x="719336" y="1054244"/>
                  </a:lnTo>
                  <a:lnTo>
                    <a:pt x="675040" y="1068789"/>
                  </a:lnTo>
                  <a:lnTo>
                    <a:pt x="629159" y="1079412"/>
                  </a:lnTo>
                  <a:lnTo>
                    <a:pt x="581882" y="1085923"/>
                  </a:lnTo>
                  <a:lnTo>
                    <a:pt x="533399" y="1088135"/>
                  </a:lnTo>
                  <a:lnTo>
                    <a:pt x="484691" y="1085923"/>
                  </a:lnTo>
                  <a:lnTo>
                    <a:pt x="437239" y="1079412"/>
                  </a:lnTo>
                  <a:lnTo>
                    <a:pt x="391230" y="1068789"/>
                  </a:lnTo>
                  <a:lnTo>
                    <a:pt x="346849" y="1054244"/>
                  </a:lnTo>
                  <a:lnTo>
                    <a:pt x="304279" y="1035964"/>
                  </a:lnTo>
                  <a:lnTo>
                    <a:pt x="263708" y="1014137"/>
                  </a:lnTo>
                  <a:lnTo>
                    <a:pt x="225319" y="988952"/>
                  </a:lnTo>
                  <a:lnTo>
                    <a:pt x="189297" y="960596"/>
                  </a:lnTo>
                  <a:lnTo>
                    <a:pt x="155828" y="929258"/>
                  </a:lnTo>
                  <a:lnTo>
                    <a:pt x="125097" y="895127"/>
                  </a:lnTo>
                  <a:lnTo>
                    <a:pt x="97288" y="858389"/>
                  </a:lnTo>
                  <a:lnTo>
                    <a:pt x="72587" y="819234"/>
                  </a:lnTo>
                  <a:lnTo>
                    <a:pt x="51178" y="777849"/>
                  </a:lnTo>
                  <a:lnTo>
                    <a:pt x="33247" y="734423"/>
                  </a:lnTo>
                  <a:lnTo>
                    <a:pt x="18979" y="689144"/>
                  </a:lnTo>
                  <a:lnTo>
                    <a:pt x="8558" y="642199"/>
                  </a:lnTo>
                  <a:lnTo>
                    <a:pt x="2170" y="593778"/>
                  </a:lnTo>
                  <a:lnTo>
                    <a:pt x="0" y="544067"/>
                  </a:lnTo>
                  <a:close/>
                </a:path>
              </a:pathLst>
            </a:custGeom>
            <a:ln w="406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0C4C4B9-A37F-8DF5-247E-A63F75771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13" y="796413"/>
            <a:ext cx="8391832" cy="505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67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F572-302C-4C65-8E9D-B6773A03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4" y="253206"/>
            <a:ext cx="8362337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MapReduce Working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1853E645-3A74-4825-8838-966D8BD71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93" y="1738324"/>
            <a:ext cx="7654413" cy="486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74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458" y="772951"/>
            <a:ext cx="8303342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Parallelism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ABEC08-5003-4BCA-A464-F30286B6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map() functions run in parallel, creating different intermediate values from different  input data sets</a:t>
            </a:r>
          </a:p>
          <a:p>
            <a:pPr lvl="1" algn="just"/>
            <a:r>
              <a:rPr lang="en-US" dirty="0"/>
              <a:t>The programmer must specify a proper input split (chunk) between mappers to enable parallelism</a:t>
            </a:r>
          </a:p>
          <a:p>
            <a:pPr algn="just"/>
            <a:r>
              <a:rPr lang="en-US" dirty="0"/>
              <a:t>reduce() functions also run in parallel,  each working on a different output key</a:t>
            </a:r>
          </a:p>
          <a:p>
            <a:pPr lvl="1" algn="just"/>
            <a:r>
              <a:rPr lang="en-US" dirty="0"/>
              <a:t>Number of reducers is a key parameter which determines MapReduce performance</a:t>
            </a:r>
          </a:p>
          <a:p>
            <a:pPr algn="just"/>
            <a:r>
              <a:rPr lang="en-US" dirty="0"/>
              <a:t>All values are processed independently</a:t>
            </a:r>
          </a:p>
          <a:p>
            <a:pPr algn="just"/>
            <a:r>
              <a:rPr lang="en-US" dirty="0"/>
              <a:t>Bottleneck: reduce phase can’t start until map phase is finished.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696" y="772951"/>
            <a:ext cx="8318091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Data Locality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BE81F0-D012-41B2-850A-A3A728248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Master program divides up tasks based on location of data </a:t>
            </a:r>
          </a:p>
          <a:p>
            <a:pPr lvl="1" algn="just"/>
            <a:r>
              <a:rPr lang="en-US" dirty="0"/>
              <a:t>Tries to have map() tasks on same machine as physical file data, or at least same rack</a:t>
            </a:r>
          </a:p>
          <a:p>
            <a:pPr algn="just"/>
            <a:r>
              <a:rPr lang="en-US" dirty="0"/>
              <a:t>map() task inputs are divided into 64 MB blocks same size as Google File System chunks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445" y="772951"/>
            <a:ext cx="8421330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Handling Fault Tolerance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869828-5E33-40FB-A076-03195A954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5600" marR="38100" indent="-342900" algn="just">
              <a:lnSpc>
                <a:spcPct val="90300"/>
              </a:lnSpc>
              <a:spcBef>
                <a:spcPts val="450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3000" spc="-5" dirty="0">
                <a:latin typeface="Carlito"/>
                <a:cs typeface="Carlito"/>
              </a:rPr>
              <a:t>Although the </a:t>
            </a:r>
            <a:r>
              <a:rPr lang="en-US" sz="3000" spc="-10" dirty="0">
                <a:latin typeface="Carlito"/>
                <a:cs typeface="Carlito"/>
              </a:rPr>
              <a:t>probability </a:t>
            </a:r>
            <a:r>
              <a:rPr lang="en-US" sz="3000" dirty="0">
                <a:latin typeface="Carlito"/>
                <a:cs typeface="Carlito"/>
              </a:rPr>
              <a:t>of a </a:t>
            </a:r>
            <a:r>
              <a:rPr lang="en-US" sz="3000" spc="-5" dirty="0">
                <a:latin typeface="Carlito"/>
                <a:cs typeface="Carlito"/>
              </a:rPr>
              <a:t>machine </a:t>
            </a:r>
            <a:r>
              <a:rPr lang="en-US" sz="3000" spc="-20" dirty="0">
                <a:latin typeface="Carlito"/>
                <a:cs typeface="Carlito"/>
              </a:rPr>
              <a:t>failure </a:t>
            </a:r>
            <a:r>
              <a:rPr lang="en-US" sz="3000" spc="-5" dirty="0">
                <a:latin typeface="Carlito"/>
                <a:cs typeface="Carlito"/>
              </a:rPr>
              <a:t>is  </a:t>
            </a:r>
            <a:r>
              <a:rPr lang="en-US" sz="3000" spc="-65" dirty="0">
                <a:latin typeface="Carlito"/>
                <a:cs typeface="Carlito"/>
              </a:rPr>
              <a:t>low, </a:t>
            </a:r>
            <a:r>
              <a:rPr lang="en-US" sz="3000" spc="-5" dirty="0">
                <a:latin typeface="Carlito"/>
                <a:cs typeface="Carlito"/>
              </a:rPr>
              <a:t>the </a:t>
            </a:r>
            <a:r>
              <a:rPr lang="en-US" sz="3000" spc="-10" dirty="0">
                <a:latin typeface="Carlito"/>
                <a:cs typeface="Carlito"/>
              </a:rPr>
              <a:t>probability </a:t>
            </a:r>
            <a:r>
              <a:rPr lang="en-US" sz="3000" dirty="0">
                <a:latin typeface="Carlito"/>
                <a:cs typeface="Carlito"/>
              </a:rPr>
              <a:t>of a </a:t>
            </a:r>
            <a:r>
              <a:rPr lang="en-US" sz="3000" spc="-5" dirty="0">
                <a:latin typeface="Carlito"/>
                <a:cs typeface="Carlito"/>
              </a:rPr>
              <a:t>machine </a:t>
            </a:r>
            <a:r>
              <a:rPr lang="en-US" sz="3000" spc="-15" dirty="0">
                <a:latin typeface="Carlito"/>
                <a:cs typeface="Carlito"/>
              </a:rPr>
              <a:t>failing </a:t>
            </a:r>
            <a:r>
              <a:rPr lang="en-US" sz="3000" spc="-5" dirty="0">
                <a:latin typeface="Carlito"/>
                <a:cs typeface="Carlito"/>
              </a:rPr>
              <a:t>among  thousands </a:t>
            </a:r>
            <a:r>
              <a:rPr lang="en-US" sz="3000" dirty="0">
                <a:latin typeface="Carlito"/>
                <a:cs typeface="Carlito"/>
              </a:rPr>
              <a:t>of </a:t>
            </a:r>
            <a:r>
              <a:rPr lang="en-US" sz="3000" spc="-5" dirty="0">
                <a:latin typeface="Carlito"/>
                <a:cs typeface="Carlito"/>
              </a:rPr>
              <a:t>machines is</a:t>
            </a:r>
            <a:r>
              <a:rPr lang="en-US" sz="3000" spc="-20" dirty="0">
                <a:latin typeface="Carlito"/>
                <a:cs typeface="Carlito"/>
              </a:rPr>
              <a:t> </a:t>
            </a:r>
            <a:r>
              <a:rPr lang="en-US" sz="3000" spc="-5" dirty="0">
                <a:latin typeface="Carlito"/>
                <a:cs typeface="Carlito"/>
              </a:rPr>
              <a:t>common</a:t>
            </a:r>
            <a:endParaRPr lang="en-US" sz="3000" dirty="0">
              <a:latin typeface="Carlito"/>
              <a:cs typeface="Carlito"/>
            </a:endParaRPr>
          </a:p>
          <a:p>
            <a:pPr marL="355600" indent="-342900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3000" spc="-40" dirty="0">
                <a:latin typeface="Carlito"/>
                <a:cs typeface="Carlito"/>
              </a:rPr>
              <a:t>Worker</a:t>
            </a:r>
            <a:r>
              <a:rPr lang="en-US" sz="3000" spc="-5" dirty="0">
                <a:latin typeface="Carlito"/>
                <a:cs typeface="Carlito"/>
              </a:rPr>
              <a:t> </a:t>
            </a:r>
            <a:r>
              <a:rPr lang="en-US" sz="3000" spc="-20" dirty="0">
                <a:latin typeface="Carlito"/>
                <a:cs typeface="Carlito"/>
              </a:rPr>
              <a:t>Failure</a:t>
            </a:r>
            <a:endParaRPr lang="en-US" sz="3000" dirty="0">
              <a:latin typeface="Carlito"/>
              <a:cs typeface="Carlito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334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z="2600" spc="-5" dirty="0">
                <a:latin typeface="Carlito"/>
                <a:cs typeface="Carlito"/>
              </a:rPr>
              <a:t>The </a:t>
            </a:r>
            <a:r>
              <a:rPr lang="en-US" sz="2600" spc="-15" dirty="0">
                <a:latin typeface="Carlito"/>
                <a:cs typeface="Carlito"/>
              </a:rPr>
              <a:t>master </a:t>
            </a:r>
            <a:r>
              <a:rPr lang="en-US" sz="2600" spc="-5" dirty="0">
                <a:latin typeface="Carlito"/>
                <a:cs typeface="Carlito"/>
              </a:rPr>
              <a:t>sends heartbeat </a:t>
            </a:r>
            <a:r>
              <a:rPr lang="en-US" sz="2600" spc="-10" dirty="0">
                <a:latin typeface="Carlito"/>
                <a:cs typeface="Carlito"/>
              </a:rPr>
              <a:t>to </a:t>
            </a:r>
            <a:r>
              <a:rPr lang="en-US" sz="2600" spc="-5" dirty="0">
                <a:latin typeface="Carlito"/>
                <a:cs typeface="Carlito"/>
              </a:rPr>
              <a:t>each </a:t>
            </a:r>
            <a:r>
              <a:rPr lang="en-US" sz="2600" spc="-20" dirty="0">
                <a:latin typeface="Carlito"/>
                <a:cs typeface="Carlito"/>
              </a:rPr>
              <a:t>worker</a:t>
            </a:r>
            <a:r>
              <a:rPr lang="en-US" sz="2600" dirty="0">
                <a:latin typeface="Carlito"/>
                <a:cs typeface="Carlito"/>
              </a:rPr>
              <a:t> </a:t>
            </a:r>
            <a:r>
              <a:rPr lang="en-US" sz="2600" spc="-5" dirty="0">
                <a:latin typeface="Carlito"/>
                <a:cs typeface="Carlito"/>
              </a:rPr>
              <a:t>node</a:t>
            </a:r>
            <a:endParaRPr lang="en-US" sz="2600" dirty="0">
              <a:latin typeface="Carlito"/>
              <a:cs typeface="Carlito"/>
            </a:endParaRPr>
          </a:p>
          <a:p>
            <a:pPr marL="755650" marR="278765" lvl="1" indent="-285750" algn="just">
              <a:lnSpc>
                <a:spcPts val="2800"/>
              </a:lnSpc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z="2600" spc="-5" dirty="0">
                <a:latin typeface="Carlito"/>
                <a:cs typeface="Carlito"/>
              </a:rPr>
              <a:t>If </a:t>
            </a:r>
            <a:r>
              <a:rPr lang="en-US" sz="2600" dirty="0">
                <a:latin typeface="Carlito"/>
                <a:cs typeface="Carlito"/>
              </a:rPr>
              <a:t>a </a:t>
            </a:r>
            <a:r>
              <a:rPr lang="en-US" sz="2600" spc="-20" dirty="0">
                <a:latin typeface="Carlito"/>
                <a:cs typeface="Carlito"/>
              </a:rPr>
              <a:t>worker </a:t>
            </a:r>
            <a:r>
              <a:rPr lang="en-US" sz="2600" spc="-5" dirty="0">
                <a:latin typeface="Carlito"/>
                <a:cs typeface="Carlito"/>
              </a:rPr>
              <a:t>node </a:t>
            </a:r>
            <a:r>
              <a:rPr lang="en-US" sz="2600" spc="-15" dirty="0">
                <a:latin typeface="Carlito"/>
                <a:cs typeface="Carlito"/>
              </a:rPr>
              <a:t>fails, </a:t>
            </a:r>
            <a:r>
              <a:rPr lang="en-US" sz="2600" spc="-5" dirty="0">
                <a:latin typeface="Carlito"/>
                <a:cs typeface="Carlito"/>
              </a:rPr>
              <a:t>the </a:t>
            </a:r>
            <a:r>
              <a:rPr lang="en-US" sz="2600" spc="-15" dirty="0">
                <a:latin typeface="Carlito"/>
                <a:cs typeface="Carlito"/>
              </a:rPr>
              <a:t>master </a:t>
            </a:r>
            <a:r>
              <a:rPr lang="en-US" sz="2600" spc="-10" dirty="0">
                <a:latin typeface="Carlito"/>
                <a:cs typeface="Carlito"/>
              </a:rPr>
              <a:t>reschedules </a:t>
            </a:r>
            <a:r>
              <a:rPr lang="en-US" sz="2600" spc="-5" dirty="0">
                <a:latin typeface="Carlito"/>
                <a:cs typeface="Carlito"/>
              </a:rPr>
              <a:t>the  </a:t>
            </a:r>
            <a:r>
              <a:rPr lang="en-US" sz="2600" spc="-15" dirty="0">
                <a:latin typeface="Carlito"/>
                <a:cs typeface="Carlito"/>
              </a:rPr>
              <a:t>tasks </a:t>
            </a:r>
            <a:r>
              <a:rPr lang="en-US" sz="2600" spc="-5" dirty="0">
                <a:latin typeface="Carlito"/>
                <a:cs typeface="Carlito"/>
              </a:rPr>
              <a:t>handled </a:t>
            </a:r>
            <a:r>
              <a:rPr lang="en-US" sz="2600" spc="-10" dirty="0">
                <a:latin typeface="Carlito"/>
                <a:cs typeface="Carlito"/>
              </a:rPr>
              <a:t>by </a:t>
            </a:r>
            <a:r>
              <a:rPr lang="en-US" sz="2600" spc="-5" dirty="0">
                <a:latin typeface="Carlito"/>
                <a:cs typeface="Carlito"/>
              </a:rPr>
              <a:t>the</a:t>
            </a:r>
            <a:r>
              <a:rPr lang="en-US" sz="2600" dirty="0">
                <a:latin typeface="Carlito"/>
                <a:cs typeface="Carlito"/>
              </a:rPr>
              <a:t> </a:t>
            </a:r>
            <a:r>
              <a:rPr lang="en-US" sz="2600" spc="-20" dirty="0">
                <a:latin typeface="Carlito"/>
                <a:cs typeface="Carlito"/>
              </a:rPr>
              <a:t>worker</a:t>
            </a:r>
            <a:endParaRPr lang="en-US" sz="2600" dirty="0">
              <a:latin typeface="Carlito"/>
              <a:cs typeface="Carlito"/>
            </a:endParaRPr>
          </a:p>
          <a:p>
            <a:pPr marL="355600" indent="-342900" algn="just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3000" spc="-15" dirty="0">
                <a:latin typeface="Carlito"/>
                <a:cs typeface="Carlito"/>
              </a:rPr>
              <a:t>Master</a:t>
            </a:r>
            <a:r>
              <a:rPr lang="en-US" sz="3000" spc="-5" dirty="0">
                <a:latin typeface="Carlito"/>
                <a:cs typeface="Carlito"/>
              </a:rPr>
              <a:t> </a:t>
            </a:r>
            <a:r>
              <a:rPr lang="en-US" sz="3000" spc="-20" dirty="0">
                <a:latin typeface="Carlito"/>
                <a:cs typeface="Carlito"/>
              </a:rPr>
              <a:t>Failure</a:t>
            </a:r>
            <a:endParaRPr lang="en-US" sz="3000" dirty="0">
              <a:latin typeface="Carlito"/>
              <a:cs typeface="Carlito"/>
            </a:endParaRPr>
          </a:p>
          <a:p>
            <a:pPr marL="755650" marR="5080" lvl="1" indent="-285750" algn="just">
              <a:lnSpc>
                <a:spcPts val="2800"/>
              </a:lnSpc>
              <a:spcBef>
                <a:spcPts val="690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z="2600" spc="-5" dirty="0">
                <a:latin typeface="Carlito"/>
                <a:cs typeface="Carlito"/>
              </a:rPr>
              <a:t>The whole </a:t>
            </a:r>
            <a:r>
              <a:rPr lang="en-US" sz="2600" spc="-10" dirty="0">
                <a:latin typeface="Carlito"/>
                <a:cs typeface="Carlito"/>
              </a:rPr>
              <a:t>MapReduce </a:t>
            </a:r>
            <a:r>
              <a:rPr lang="en-US" sz="2600" dirty="0">
                <a:latin typeface="Carlito"/>
                <a:cs typeface="Carlito"/>
              </a:rPr>
              <a:t>job </a:t>
            </a:r>
            <a:r>
              <a:rPr lang="en-US" sz="2600" spc="-10" dirty="0">
                <a:latin typeface="Carlito"/>
                <a:cs typeface="Carlito"/>
              </a:rPr>
              <a:t>gets </a:t>
            </a:r>
            <a:r>
              <a:rPr lang="en-US" sz="2600" spc="-15" dirty="0">
                <a:latin typeface="Carlito"/>
                <a:cs typeface="Carlito"/>
              </a:rPr>
              <a:t>restarted </a:t>
            </a:r>
            <a:r>
              <a:rPr lang="en-US" sz="2600" spc="-10" dirty="0">
                <a:latin typeface="Carlito"/>
                <a:cs typeface="Carlito"/>
              </a:rPr>
              <a:t>through </a:t>
            </a:r>
            <a:r>
              <a:rPr lang="en-US" sz="2600" dirty="0">
                <a:latin typeface="Carlito"/>
                <a:cs typeface="Carlito"/>
              </a:rPr>
              <a:t>a  </a:t>
            </a:r>
            <a:r>
              <a:rPr lang="en-US" sz="2600" spc="-25" dirty="0">
                <a:latin typeface="Carlito"/>
                <a:cs typeface="Carlito"/>
              </a:rPr>
              <a:t>different</a:t>
            </a:r>
            <a:r>
              <a:rPr lang="en-US" sz="2600" spc="-5" dirty="0">
                <a:latin typeface="Carlito"/>
                <a:cs typeface="Carlito"/>
              </a:rPr>
              <a:t> </a:t>
            </a:r>
            <a:r>
              <a:rPr lang="en-US" sz="2600" spc="-15" dirty="0">
                <a:latin typeface="Carlito"/>
                <a:cs typeface="Carlito"/>
              </a:rPr>
              <a:t>master</a:t>
            </a:r>
            <a:endParaRPr lang="en-US" sz="26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194" y="772951"/>
            <a:ext cx="8288593" cy="509913"/>
          </a:xfrm>
        </p:spPr>
        <p:txBody>
          <a:bodyPr vert="horz" wrap="square" lIns="0" tIns="11206" rIns="0" bIns="0" rtlCol="0" anchor="ctr">
            <a:spAutoFit/>
          </a:bodyPr>
          <a:lstStyle/>
          <a:p>
            <a:r>
              <a:rPr lang="en-US" sz="3600" b="1" dirty="0"/>
              <a:t>Optimizations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65721-36D1-4CC5-AB4D-4B7F1FC42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reduce can start until map is complete:</a:t>
            </a:r>
          </a:p>
          <a:p>
            <a:pPr lvl="1"/>
            <a:r>
              <a:rPr lang="en-US" dirty="0"/>
              <a:t>A single slow disk controller can rate-limit the whole process</a:t>
            </a:r>
          </a:p>
          <a:p>
            <a:r>
              <a:rPr lang="en-US" dirty="0"/>
              <a:t>Master redundantly executes “slow-moving” map tasks; uses results of first copy to finish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88" y="236782"/>
            <a:ext cx="747393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/>
              <a:t>MapReduce: the complete</a:t>
            </a:r>
            <a:r>
              <a:rPr sz="3600" b="1" spc="-65" dirty="0"/>
              <a:t> </a:t>
            </a:r>
            <a:r>
              <a:rPr sz="3600" b="1" spc="-5" dirty="0"/>
              <a:t>picture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719" y="1674766"/>
            <a:ext cx="1371600" cy="771525"/>
            <a:chOff x="426719" y="1435608"/>
            <a:chExt cx="1371600" cy="771525"/>
          </a:xfrm>
        </p:grpSpPr>
        <p:sp>
          <p:nvSpPr>
            <p:cNvPr id="4" name="object 4"/>
            <p:cNvSpPr/>
            <p:nvPr/>
          </p:nvSpPr>
          <p:spPr>
            <a:xfrm>
              <a:off x="426719" y="1435608"/>
              <a:ext cx="1371600" cy="7711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0351" y="1572768"/>
              <a:ext cx="1164336" cy="5730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7982" y="1466529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127000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1270000" y="669635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71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982" y="1466532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0" y="0"/>
                  </a:moveTo>
                  <a:lnTo>
                    <a:pt x="1270000" y="0"/>
                  </a:lnTo>
                  <a:lnTo>
                    <a:pt x="127000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2934" y="1890664"/>
            <a:ext cx="81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Shard</a:t>
            </a:r>
            <a:r>
              <a:rPr spc="-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0</a:t>
            </a:r>
            <a:endParaRPr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6719" y="2345325"/>
            <a:ext cx="1371600" cy="771525"/>
            <a:chOff x="426719" y="2106167"/>
            <a:chExt cx="1371600" cy="771525"/>
          </a:xfrm>
        </p:grpSpPr>
        <p:sp>
          <p:nvSpPr>
            <p:cNvPr id="10" name="object 10"/>
            <p:cNvSpPr/>
            <p:nvPr/>
          </p:nvSpPr>
          <p:spPr>
            <a:xfrm>
              <a:off x="426719" y="2106167"/>
              <a:ext cx="1371600" cy="7711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0351" y="2243327"/>
              <a:ext cx="1164336" cy="5699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7982" y="2136162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127000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1270000" y="669635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71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7982" y="2136165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0" y="0"/>
                  </a:moveTo>
                  <a:lnTo>
                    <a:pt x="1270000" y="0"/>
                  </a:lnTo>
                  <a:lnTo>
                    <a:pt x="127000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2934" y="2561223"/>
            <a:ext cx="81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Shard</a:t>
            </a:r>
            <a:r>
              <a:rPr spc="-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6719" y="3012837"/>
            <a:ext cx="1371600" cy="771525"/>
            <a:chOff x="426719" y="2773679"/>
            <a:chExt cx="1371600" cy="771525"/>
          </a:xfrm>
        </p:grpSpPr>
        <p:sp>
          <p:nvSpPr>
            <p:cNvPr id="16" name="object 16"/>
            <p:cNvSpPr/>
            <p:nvPr/>
          </p:nvSpPr>
          <p:spPr>
            <a:xfrm>
              <a:off x="426719" y="2773679"/>
              <a:ext cx="1371600" cy="7711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0351" y="2910839"/>
              <a:ext cx="1164336" cy="5730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7982" y="2805541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127000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1270000" y="669635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71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7982" y="2805544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0" y="0"/>
                  </a:moveTo>
                  <a:lnTo>
                    <a:pt x="1270000" y="0"/>
                  </a:lnTo>
                  <a:lnTo>
                    <a:pt x="127000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12934" y="3228735"/>
            <a:ext cx="81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Shard</a:t>
            </a:r>
            <a:r>
              <a:rPr spc="-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6719" y="3659011"/>
            <a:ext cx="1371600" cy="774700"/>
            <a:chOff x="426719" y="3419855"/>
            <a:chExt cx="1371600" cy="774700"/>
          </a:xfrm>
        </p:grpSpPr>
        <p:sp>
          <p:nvSpPr>
            <p:cNvPr id="22" name="object 22"/>
            <p:cNvSpPr/>
            <p:nvPr/>
          </p:nvSpPr>
          <p:spPr>
            <a:xfrm>
              <a:off x="426719" y="3419855"/>
              <a:ext cx="1371600" cy="7741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0351" y="3557015"/>
              <a:ext cx="1164336" cy="5730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7982" y="3452086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127000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1270000" y="669635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71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7982" y="3452088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0" y="0"/>
                  </a:moveTo>
                  <a:lnTo>
                    <a:pt x="1270000" y="0"/>
                  </a:lnTo>
                  <a:lnTo>
                    <a:pt x="127000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12934" y="3874911"/>
            <a:ext cx="81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Shard</a:t>
            </a:r>
            <a:r>
              <a:rPr spc="-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6719" y="4329573"/>
            <a:ext cx="1371600" cy="771525"/>
            <a:chOff x="426719" y="4090415"/>
            <a:chExt cx="1371600" cy="771525"/>
          </a:xfrm>
        </p:grpSpPr>
        <p:sp>
          <p:nvSpPr>
            <p:cNvPr id="28" name="object 28"/>
            <p:cNvSpPr/>
            <p:nvPr/>
          </p:nvSpPr>
          <p:spPr>
            <a:xfrm>
              <a:off x="426719" y="4090415"/>
              <a:ext cx="1371600" cy="77114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6863" y="4227575"/>
              <a:ext cx="591312" cy="5730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7982" y="4121721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0" y="0"/>
                  </a:moveTo>
                  <a:lnTo>
                    <a:pt x="1270000" y="0"/>
                  </a:lnTo>
                  <a:lnTo>
                    <a:pt x="127000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7982" y="4360879"/>
            <a:ext cx="1270000" cy="475771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algn="ctr">
              <a:spcBef>
                <a:spcPts val="1550"/>
              </a:spcBef>
            </a:pPr>
            <a:r>
              <a:rPr dirty="0">
                <a:latin typeface="Arial"/>
                <a:cs typeface="Arial"/>
              </a:rPr>
              <a:t>…</a:t>
            </a:r>
            <a:endParaRPr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9288" y="5000134"/>
            <a:ext cx="1430020" cy="771525"/>
            <a:chOff x="399288" y="4760976"/>
            <a:chExt cx="1430020" cy="771525"/>
          </a:xfrm>
        </p:grpSpPr>
        <p:sp>
          <p:nvSpPr>
            <p:cNvPr id="33" name="object 33"/>
            <p:cNvSpPr/>
            <p:nvPr/>
          </p:nvSpPr>
          <p:spPr>
            <a:xfrm>
              <a:off x="426720" y="4760976"/>
              <a:ext cx="1371600" cy="77114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9288" y="4898136"/>
              <a:ext cx="1429512" cy="57302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7982" y="4791364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127000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1270000" y="669635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71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7982" y="4791367"/>
              <a:ext cx="1270000" cy="669925"/>
            </a:xfrm>
            <a:custGeom>
              <a:avLst/>
              <a:gdLst/>
              <a:ahLst/>
              <a:cxnLst/>
              <a:rect l="l" t="t" r="r" b="b"/>
              <a:pathLst>
                <a:path w="1270000" h="669925">
                  <a:moveTo>
                    <a:pt x="0" y="0"/>
                  </a:moveTo>
                  <a:lnTo>
                    <a:pt x="1270000" y="0"/>
                  </a:lnTo>
                  <a:lnTo>
                    <a:pt x="127000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77982" y="5216032"/>
            <a:ext cx="127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Shard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M-1</a:t>
            </a:r>
            <a:endParaRPr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928871" y="1196230"/>
            <a:ext cx="1423670" cy="725805"/>
            <a:chOff x="3928871" y="957072"/>
            <a:chExt cx="1423670" cy="725805"/>
          </a:xfrm>
        </p:grpSpPr>
        <p:sp>
          <p:nvSpPr>
            <p:cNvPr id="39" name="object 39"/>
            <p:cNvSpPr/>
            <p:nvPr/>
          </p:nvSpPr>
          <p:spPr>
            <a:xfrm>
              <a:off x="3928871" y="957072"/>
              <a:ext cx="1423415" cy="7254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66615" y="1097280"/>
              <a:ext cx="947927" cy="5181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80878" y="988453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69">
                  <a:moveTo>
                    <a:pt x="660400" y="0"/>
                  </a:moveTo>
                  <a:lnTo>
                    <a:pt x="596798" y="1426"/>
                  </a:lnTo>
                  <a:lnTo>
                    <a:pt x="534907" y="5620"/>
                  </a:lnTo>
                  <a:lnTo>
                    <a:pt x="475004" y="12450"/>
                  </a:lnTo>
                  <a:lnTo>
                    <a:pt x="417365" y="21786"/>
                  </a:lnTo>
                  <a:lnTo>
                    <a:pt x="362266" y="33496"/>
                  </a:lnTo>
                  <a:lnTo>
                    <a:pt x="309985" y="47451"/>
                  </a:lnTo>
                  <a:lnTo>
                    <a:pt x="260798" y="63520"/>
                  </a:lnTo>
                  <a:lnTo>
                    <a:pt x="214983" y="81571"/>
                  </a:lnTo>
                  <a:lnTo>
                    <a:pt x="172815" y="101475"/>
                  </a:lnTo>
                  <a:lnTo>
                    <a:pt x="134571" y="123101"/>
                  </a:lnTo>
                  <a:lnTo>
                    <a:pt x="100529" y="146318"/>
                  </a:lnTo>
                  <a:lnTo>
                    <a:pt x="70965" y="170996"/>
                  </a:lnTo>
                  <a:lnTo>
                    <a:pt x="26377" y="224210"/>
                  </a:lnTo>
                  <a:lnTo>
                    <a:pt x="3023" y="281700"/>
                  </a:lnTo>
                  <a:lnTo>
                    <a:pt x="0" y="311721"/>
                  </a:lnTo>
                  <a:lnTo>
                    <a:pt x="3023" y="341742"/>
                  </a:lnTo>
                  <a:lnTo>
                    <a:pt x="26377" y="399233"/>
                  </a:lnTo>
                  <a:lnTo>
                    <a:pt x="70965" y="452449"/>
                  </a:lnTo>
                  <a:lnTo>
                    <a:pt x="100529" y="477127"/>
                  </a:lnTo>
                  <a:lnTo>
                    <a:pt x="134571" y="500346"/>
                  </a:lnTo>
                  <a:lnTo>
                    <a:pt x="172815" y="521973"/>
                  </a:lnTo>
                  <a:lnTo>
                    <a:pt x="214983" y="541878"/>
                  </a:lnTo>
                  <a:lnTo>
                    <a:pt x="260798" y="559930"/>
                  </a:lnTo>
                  <a:lnTo>
                    <a:pt x="309985" y="576000"/>
                  </a:lnTo>
                  <a:lnTo>
                    <a:pt x="362266" y="589956"/>
                  </a:lnTo>
                  <a:lnTo>
                    <a:pt x="417365" y="601667"/>
                  </a:lnTo>
                  <a:lnTo>
                    <a:pt x="475004" y="611003"/>
                  </a:lnTo>
                  <a:lnTo>
                    <a:pt x="534907" y="617834"/>
                  </a:lnTo>
                  <a:lnTo>
                    <a:pt x="596798" y="622028"/>
                  </a:lnTo>
                  <a:lnTo>
                    <a:pt x="660400" y="623455"/>
                  </a:lnTo>
                  <a:lnTo>
                    <a:pt x="723999" y="622028"/>
                  </a:lnTo>
                  <a:lnTo>
                    <a:pt x="785888" y="617834"/>
                  </a:lnTo>
                  <a:lnTo>
                    <a:pt x="845789" y="611003"/>
                  </a:lnTo>
                  <a:lnTo>
                    <a:pt x="903427" y="601667"/>
                  </a:lnTo>
                  <a:lnTo>
                    <a:pt x="958525" y="589956"/>
                  </a:lnTo>
                  <a:lnTo>
                    <a:pt x="1010805" y="576000"/>
                  </a:lnTo>
                  <a:lnTo>
                    <a:pt x="1059991" y="559930"/>
                  </a:lnTo>
                  <a:lnTo>
                    <a:pt x="1105806" y="541878"/>
                  </a:lnTo>
                  <a:lnTo>
                    <a:pt x="1147973" y="521973"/>
                  </a:lnTo>
                  <a:lnTo>
                    <a:pt x="1186216" y="500346"/>
                  </a:lnTo>
                  <a:lnTo>
                    <a:pt x="1220258" y="477127"/>
                  </a:lnTo>
                  <a:lnTo>
                    <a:pt x="1249822" y="452449"/>
                  </a:lnTo>
                  <a:lnTo>
                    <a:pt x="1294409" y="399233"/>
                  </a:lnTo>
                  <a:lnTo>
                    <a:pt x="1317764" y="341742"/>
                  </a:lnTo>
                  <a:lnTo>
                    <a:pt x="1320787" y="311721"/>
                  </a:lnTo>
                  <a:lnTo>
                    <a:pt x="1317764" y="281700"/>
                  </a:lnTo>
                  <a:lnTo>
                    <a:pt x="1294409" y="224210"/>
                  </a:lnTo>
                  <a:lnTo>
                    <a:pt x="1249822" y="170996"/>
                  </a:lnTo>
                  <a:lnTo>
                    <a:pt x="1220258" y="146318"/>
                  </a:lnTo>
                  <a:lnTo>
                    <a:pt x="1186216" y="123101"/>
                  </a:lnTo>
                  <a:lnTo>
                    <a:pt x="1147973" y="101475"/>
                  </a:lnTo>
                  <a:lnTo>
                    <a:pt x="1105806" y="81571"/>
                  </a:lnTo>
                  <a:lnTo>
                    <a:pt x="1059991" y="63520"/>
                  </a:lnTo>
                  <a:lnTo>
                    <a:pt x="1010805" y="47451"/>
                  </a:lnTo>
                  <a:lnTo>
                    <a:pt x="958525" y="33496"/>
                  </a:lnTo>
                  <a:lnTo>
                    <a:pt x="903427" y="21786"/>
                  </a:lnTo>
                  <a:lnTo>
                    <a:pt x="845789" y="12450"/>
                  </a:lnTo>
                  <a:lnTo>
                    <a:pt x="785888" y="5620"/>
                  </a:lnTo>
                  <a:lnTo>
                    <a:pt x="723999" y="1426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E26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80878" y="988453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69">
                  <a:moveTo>
                    <a:pt x="0" y="311727"/>
                  </a:moveTo>
                  <a:lnTo>
                    <a:pt x="11908" y="252491"/>
                  </a:lnTo>
                  <a:lnTo>
                    <a:pt x="46156" y="197008"/>
                  </a:lnTo>
                  <a:lnTo>
                    <a:pt x="100529" y="146322"/>
                  </a:lnTo>
                  <a:lnTo>
                    <a:pt x="134572" y="123104"/>
                  </a:lnTo>
                  <a:lnTo>
                    <a:pt x="172815" y="101478"/>
                  </a:lnTo>
                  <a:lnTo>
                    <a:pt x="214984" y="81573"/>
                  </a:lnTo>
                  <a:lnTo>
                    <a:pt x="260799" y="63521"/>
                  </a:lnTo>
                  <a:lnTo>
                    <a:pt x="309986" y="47452"/>
                  </a:lnTo>
                  <a:lnTo>
                    <a:pt x="362267" y="33497"/>
                  </a:lnTo>
                  <a:lnTo>
                    <a:pt x="417366" y="21786"/>
                  </a:lnTo>
                  <a:lnTo>
                    <a:pt x="475005" y="12451"/>
                  </a:lnTo>
                  <a:lnTo>
                    <a:pt x="534908" y="5620"/>
                  </a:lnTo>
                  <a:lnTo>
                    <a:pt x="596799" y="1426"/>
                  </a:lnTo>
                  <a:lnTo>
                    <a:pt x="660400" y="0"/>
                  </a:lnTo>
                  <a:lnTo>
                    <a:pt x="724001" y="1426"/>
                  </a:lnTo>
                  <a:lnTo>
                    <a:pt x="785892" y="5620"/>
                  </a:lnTo>
                  <a:lnTo>
                    <a:pt x="845795" y="12451"/>
                  </a:lnTo>
                  <a:lnTo>
                    <a:pt x="903434" y="21786"/>
                  </a:lnTo>
                  <a:lnTo>
                    <a:pt x="958533" y="33497"/>
                  </a:lnTo>
                  <a:lnTo>
                    <a:pt x="1010814" y="47452"/>
                  </a:lnTo>
                  <a:lnTo>
                    <a:pt x="1060001" y="63521"/>
                  </a:lnTo>
                  <a:lnTo>
                    <a:pt x="1105817" y="81573"/>
                  </a:lnTo>
                  <a:lnTo>
                    <a:pt x="1147985" y="101478"/>
                  </a:lnTo>
                  <a:lnTo>
                    <a:pt x="1186228" y="123104"/>
                  </a:lnTo>
                  <a:lnTo>
                    <a:pt x="1220271" y="146322"/>
                  </a:lnTo>
                  <a:lnTo>
                    <a:pt x="1249835" y="171000"/>
                  </a:lnTo>
                  <a:lnTo>
                    <a:pt x="1294422" y="224215"/>
                  </a:lnTo>
                  <a:lnTo>
                    <a:pt x="1317777" y="281705"/>
                  </a:lnTo>
                  <a:lnTo>
                    <a:pt x="1320800" y="311727"/>
                  </a:lnTo>
                  <a:lnTo>
                    <a:pt x="1317777" y="341748"/>
                  </a:lnTo>
                  <a:lnTo>
                    <a:pt x="1294422" y="399239"/>
                  </a:lnTo>
                  <a:lnTo>
                    <a:pt x="1249835" y="452454"/>
                  </a:lnTo>
                  <a:lnTo>
                    <a:pt x="1220271" y="477132"/>
                  </a:lnTo>
                  <a:lnTo>
                    <a:pt x="1186228" y="500350"/>
                  </a:lnTo>
                  <a:lnTo>
                    <a:pt x="1147985" y="521976"/>
                  </a:lnTo>
                  <a:lnTo>
                    <a:pt x="1105817" y="541881"/>
                  </a:lnTo>
                  <a:lnTo>
                    <a:pt x="1060001" y="559933"/>
                  </a:lnTo>
                  <a:lnTo>
                    <a:pt x="1010814" y="576002"/>
                  </a:lnTo>
                  <a:lnTo>
                    <a:pt x="958533" y="589957"/>
                  </a:lnTo>
                  <a:lnTo>
                    <a:pt x="903434" y="601668"/>
                  </a:lnTo>
                  <a:lnTo>
                    <a:pt x="845795" y="611004"/>
                  </a:lnTo>
                  <a:lnTo>
                    <a:pt x="785892" y="617834"/>
                  </a:lnTo>
                  <a:lnTo>
                    <a:pt x="724001" y="622028"/>
                  </a:lnTo>
                  <a:lnTo>
                    <a:pt x="660400" y="623455"/>
                  </a:lnTo>
                  <a:lnTo>
                    <a:pt x="596799" y="622028"/>
                  </a:lnTo>
                  <a:lnTo>
                    <a:pt x="534908" y="617834"/>
                  </a:lnTo>
                  <a:lnTo>
                    <a:pt x="475005" y="611004"/>
                  </a:lnTo>
                  <a:lnTo>
                    <a:pt x="417366" y="601668"/>
                  </a:lnTo>
                  <a:lnTo>
                    <a:pt x="362267" y="589957"/>
                  </a:lnTo>
                  <a:lnTo>
                    <a:pt x="309986" y="576002"/>
                  </a:lnTo>
                  <a:lnTo>
                    <a:pt x="260799" y="559933"/>
                  </a:lnTo>
                  <a:lnTo>
                    <a:pt x="214984" y="541881"/>
                  </a:lnTo>
                  <a:lnTo>
                    <a:pt x="172815" y="521976"/>
                  </a:lnTo>
                  <a:lnTo>
                    <a:pt x="134572" y="500350"/>
                  </a:lnTo>
                  <a:lnTo>
                    <a:pt x="100529" y="477132"/>
                  </a:lnTo>
                  <a:lnTo>
                    <a:pt x="70965" y="452454"/>
                  </a:lnTo>
                  <a:lnTo>
                    <a:pt x="26377" y="399239"/>
                  </a:lnTo>
                  <a:lnTo>
                    <a:pt x="3023" y="341748"/>
                  </a:lnTo>
                  <a:lnTo>
                    <a:pt x="0" y="3117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317428" y="1403999"/>
            <a:ext cx="6477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538983" y="2360563"/>
            <a:ext cx="1423670" cy="777240"/>
            <a:chOff x="2538983" y="2121407"/>
            <a:chExt cx="1423670" cy="777240"/>
          </a:xfrm>
        </p:grpSpPr>
        <p:sp>
          <p:nvSpPr>
            <p:cNvPr id="45" name="object 45"/>
            <p:cNvSpPr/>
            <p:nvPr/>
          </p:nvSpPr>
          <p:spPr>
            <a:xfrm>
              <a:off x="2538983" y="2121407"/>
              <a:ext cx="1423416" cy="7254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82823" y="2136647"/>
              <a:ext cx="935736" cy="7620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90799" y="2152078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69">
                  <a:moveTo>
                    <a:pt x="660400" y="0"/>
                  </a:moveTo>
                  <a:lnTo>
                    <a:pt x="596798" y="1426"/>
                  </a:lnTo>
                  <a:lnTo>
                    <a:pt x="534907" y="5620"/>
                  </a:lnTo>
                  <a:lnTo>
                    <a:pt x="475004" y="12450"/>
                  </a:lnTo>
                  <a:lnTo>
                    <a:pt x="417365" y="21786"/>
                  </a:lnTo>
                  <a:lnTo>
                    <a:pt x="362266" y="33496"/>
                  </a:lnTo>
                  <a:lnTo>
                    <a:pt x="309985" y="47451"/>
                  </a:lnTo>
                  <a:lnTo>
                    <a:pt x="260798" y="63520"/>
                  </a:lnTo>
                  <a:lnTo>
                    <a:pt x="214983" y="81571"/>
                  </a:lnTo>
                  <a:lnTo>
                    <a:pt x="172815" y="101475"/>
                  </a:lnTo>
                  <a:lnTo>
                    <a:pt x="134571" y="123101"/>
                  </a:lnTo>
                  <a:lnTo>
                    <a:pt x="100529" y="146318"/>
                  </a:lnTo>
                  <a:lnTo>
                    <a:pt x="70965" y="170996"/>
                  </a:lnTo>
                  <a:lnTo>
                    <a:pt x="26377" y="224210"/>
                  </a:lnTo>
                  <a:lnTo>
                    <a:pt x="3023" y="281700"/>
                  </a:lnTo>
                  <a:lnTo>
                    <a:pt x="0" y="311721"/>
                  </a:lnTo>
                  <a:lnTo>
                    <a:pt x="3023" y="341742"/>
                  </a:lnTo>
                  <a:lnTo>
                    <a:pt x="26377" y="399233"/>
                  </a:lnTo>
                  <a:lnTo>
                    <a:pt x="70965" y="452449"/>
                  </a:lnTo>
                  <a:lnTo>
                    <a:pt x="100529" y="477127"/>
                  </a:lnTo>
                  <a:lnTo>
                    <a:pt x="134571" y="500346"/>
                  </a:lnTo>
                  <a:lnTo>
                    <a:pt x="172815" y="521973"/>
                  </a:lnTo>
                  <a:lnTo>
                    <a:pt x="214983" y="541878"/>
                  </a:lnTo>
                  <a:lnTo>
                    <a:pt x="260798" y="559930"/>
                  </a:lnTo>
                  <a:lnTo>
                    <a:pt x="309985" y="576000"/>
                  </a:lnTo>
                  <a:lnTo>
                    <a:pt x="362266" y="589956"/>
                  </a:lnTo>
                  <a:lnTo>
                    <a:pt x="417365" y="601667"/>
                  </a:lnTo>
                  <a:lnTo>
                    <a:pt x="475004" y="611003"/>
                  </a:lnTo>
                  <a:lnTo>
                    <a:pt x="534907" y="617834"/>
                  </a:lnTo>
                  <a:lnTo>
                    <a:pt x="596798" y="622028"/>
                  </a:lnTo>
                  <a:lnTo>
                    <a:pt x="660400" y="623455"/>
                  </a:lnTo>
                  <a:lnTo>
                    <a:pt x="724001" y="622028"/>
                  </a:lnTo>
                  <a:lnTo>
                    <a:pt x="785892" y="617834"/>
                  </a:lnTo>
                  <a:lnTo>
                    <a:pt x="845795" y="611003"/>
                  </a:lnTo>
                  <a:lnTo>
                    <a:pt x="903434" y="601667"/>
                  </a:lnTo>
                  <a:lnTo>
                    <a:pt x="958533" y="589956"/>
                  </a:lnTo>
                  <a:lnTo>
                    <a:pt x="1010814" y="576000"/>
                  </a:lnTo>
                  <a:lnTo>
                    <a:pt x="1060001" y="559930"/>
                  </a:lnTo>
                  <a:lnTo>
                    <a:pt x="1105816" y="541878"/>
                  </a:lnTo>
                  <a:lnTo>
                    <a:pt x="1147984" y="521973"/>
                  </a:lnTo>
                  <a:lnTo>
                    <a:pt x="1186228" y="500346"/>
                  </a:lnTo>
                  <a:lnTo>
                    <a:pt x="1220270" y="477127"/>
                  </a:lnTo>
                  <a:lnTo>
                    <a:pt x="1249834" y="452449"/>
                  </a:lnTo>
                  <a:lnTo>
                    <a:pt x="1294422" y="399233"/>
                  </a:lnTo>
                  <a:lnTo>
                    <a:pt x="1317776" y="341742"/>
                  </a:lnTo>
                  <a:lnTo>
                    <a:pt x="1320800" y="311721"/>
                  </a:lnTo>
                  <a:lnTo>
                    <a:pt x="1317776" y="281700"/>
                  </a:lnTo>
                  <a:lnTo>
                    <a:pt x="1294422" y="224210"/>
                  </a:lnTo>
                  <a:lnTo>
                    <a:pt x="1249834" y="170996"/>
                  </a:lnTo>
                  <a:lnTo>
                    <a:pt x="1220270" y="146318"/>
                  </a:lnTo>
                  <a:lnTo>
                    <a:pt x="1186228" y="123101"/>
                  </a:lnTo>
                  <a:lnTo>
                    <a:pt x="1147984" y="101475"/>
                  </a:lnTo>
                  <a:lnTo>
                    <a:pt x="1105816" y="81571"/>
                  </a:lnTo>
                  <a:lnTo>
                    <a:pt x="1060001" y="63520"/>
                  </a:lnTo>
                  <a:lnTo>
                    <a:pt x="1010814" y="47451"/>
                  </a:lnTo>
                  <a:lnTo>
                    <a:pt x="958533" y="33496"/>
                  </a:lnTo>
                  <a:lnTo>
                    <a:pt x="903434" y="21786"/>
                  </a:lnTo>
                  <a:lnTo>
                    <a:pt x="845795" y="12450"/>
                  </a:lnTo>
                  <a:lnTo>
                    <a:pt x="785892" y="5620"/>
                  </a:lnTo>
                  <a:lnTo>
                    <a:pt x="724001" y="1426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E26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90799" y="2152078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69">
                  <a:moveTo>
                    <a:pt x="0" y="311727"/>
                  </a:moveTo>
                  <a:lnTo>
                    <a:pt x="11908" y="252491"/>
                  </a:lnTo>
                  <a:lnTo>
                    <a:pt x="46156" y="197008"/>
                  </a:lnTo>
                  <a:lnTo>
                    <a:pt x="100529" y="146322"/>
                  </a:lnTo>
                  <a:lnTo>
                    <a:pt x="134572" y="123104"/>
                  </a:lnTo>
                  <a:lnTo>
                    <a:pt x="172815" y="101478"/>
                  </a:lnTo>
                  <a:lnTo>
                    <a:pt x="214984" y="81573"/>
                  </a:lnTo>
                  <a:lnTo>
                    <a:pt x="260799" y="63521"/>
                  </a:lnTo>
                  <a:lnTo>
                    <a:pt x="309986" y="47452"/>
                  </a:lnTo>
                  <a:lnTo>
                    <a:pt x="362267" y="33497"/>
                  </a:lnTo>
                  <a:lnTo>
                    <a:pt x="417366" y="21786"/>
                  </a:lnTo>
                  <a:lnTo>
                    <a:pt x="475005" y="12451"/>
                  </a:lnTo>
                  <a:lnTo>
                    <a:pt x="534908" y="5620"/>
                  </a:lnTo>
                  <a:lnTo>
                    <a:pt x="596799" y="1426"/>
                  </a:lnTo>
                  <a:lnTo>
                    <a:pt x="660400" y="0"/>
                  </a:lnTo>
                  <a:lnTo>
                    <a:pt x="724001" y="1426"/>
                  </a:lnTo>
                  <a:lnTo>
                    <a:pt x="785892" y="5620"/>
                  </a:lnTo>
                  <a:lnTo>
                    <a:pt x="845795" y="12451"/>
                  </a:lnTo>
                  <a:lnTo>
                    <a:pt x="903434" y="21786"/>
                  </a:lnTo>
                  <a:lnTo>
                    <a:pt x="958533" y="33497"/>
                  </a:lnTo>
                  <a:lnTo>
                    <a:pt x="1010814" y="47452"/>
                  </a:lnTo>
                  <a:lnTo>
                    <a:pt x="1060001" y="63521"/>
                  </a:lnTo>
                  <a:lnTo>
                    <a:pt x="1105817" y="81573"/>
                  </a:lnTo>
                  <a:lnTo>
                    <a:pt x="1147985" y="101478"/>
                  </a:lnTo>
                  <a:lnTo>
                    <a:pt x="1186228" y="123104"/>
                  </a:lnTo>
                  <a:lnTo>
                    <a:pt x="1220271" y="146322"/>
                  </a:lnTo>
                  <a:lnTo>
                    <a:pt x="1249835" y="171000"/>
                  </a:lnTo>
                  <a:lnTo>
                    <a:pt x="1294422" y="224215"/>
                  </a:lnTo>
                  <a:lnTo>
                    <a:pt x="1317777" y="281705"/>
                  </a:lnTo>
                  <a:lnTo>
                    <a:pt x="1320800" y="311727"/>
                  </a:lnTo>
                  <a:lnTo>
                    <a:pt x="1317777" y="341748"/>
                  </a:lnTo>
                  <a:lnTo>
                    <a:pt x="1294422" y="399239"/>
                  </a:lnTo>
                  <a:lnTo>
                    <a:pt x="1249835" y="452454"/>
                  </a:lnTo>
                  <a:lnTo>
                    <a:pt x="1220271" y="477132"/>
                  </a:lnTo>
                  <a:lnTo>
                    <a:pt x="1186228" y="500350"/>
                  </a:lnTo>
                  <a:lnTo>
                    <a:pt x="1147985" y="521976"/>
                  </a:lnTo>
                  <a:lnTo>
                    <a:pt x="1105817" y="541881"/>
                  </a:lnTo>
                  <a:lnTo>
                    <a:pt x="1060001" y="559933"/>
                  </a:lnTo>
                  <a:lnTo>
                    <a:pt x="1010814" y="576002"/>
                  </a:lnTo>
                  <a:lnTo>
                    <a:pt x="958533" y="589957"/>
                  </a:lnTo>
                  <a:lnTo>
                    <a:pt x="903434" y="601668"/>
                  </a:lnTo>
                  <a:lnTo>
                    <a:pt x="845795" y="611004"/>
                  </a:lnTo>
                  <a:lnTo>
                    <a:pt x="785892" y="617834"/>
                  </a:lnTo>
                  <a:lnTo>
                    <a:pt x="724001" y="622028"/>
                  </a:lnTo>
                  <a:lnTo>
                    <a:pt x="660400" y="623455"/>
                  </a:lnTo>
                  <a:lnTo>
                    <a:pt x="596799" y="622028"/>
                  </a:lnTo>
                  <a:lnTo>
                    <a:pt x="534908" y="617834"/>
                  </a:lnTo>
                  <a:lnTo>
                    <a:pt x="475005" y="611004"/>
                  </a:lnTo>
                  <a:lnTo>
                    <a:pt x="417366" y="601668"/>
                  </a:lnTo>
                  <a:lnTo>
                    <a:pt x="362267" y="589957"/>
                  </a:lnTo>
                  <a:lnTo>
                    <a:pt x="309986" y="576002"/>
                  </a:lnTo>
                  <a:lnTo>
                    <a:pt x="260799" y="559933"/>
                  </a:lnTo>
                  <a:lnTo>
                    <a:pt x="214984" y="541881"/>
                  </a:lnTo>
                  <a:lnTo>
                    <a:pt x="172815" y="521976"/>
                  </a:lnTo>
                  <a:lnTo>
                    <a:pt x="134572" y="500350"/>
                  </a:lnTo>
                  <a:lnTo>
                    <a:pt x="100529" y="477132"/>
                  </a:lnTo>
                  <a:lnTo>
                    <a:pt x="70965" y="452454"/>
                  </a:lnTo>
                  <a:lnTo>
                    <a:pt x="26377" y="399239"/>
                  </a:lnTo>
                  <a:lnTo>
                    <a:pt x="3023" y="341748"/>
                  </a:lnTo>
                  <a:lnTo>
                    <a:pt x="0" y="3117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933700" y="2446415"/>
            <a:ext cx="63500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0668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Map 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rk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538983" y="3707779"/>
            <a:ext cx="1423670" cy="777240"/>
            <a:chOff x="2538983" y="3468623"/>
            <a:chExt cx="1423670" cy="777240"/>
          </a:xfrm>
        </p:grpSpPr>
        <p:sp>
          <p:nvSpPr>
            <p:cNvPr id="51" name="object 51"/>
            <p:cNvSpPr/>
            <p:nvPr/>
          </p:nvSpPr>
          <p:spPr>
            <a:xfrm>
              <a:off x="2538983" y="3468623"/>
              <a:ext cx="1423416" cy="7254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82823" y="3486911"/>
              <a:ext cx="935736" cy="75895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90799" y="3500577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660400" y="0"/>
                  </a:moveTo>
                  <a:lnTo>
                    <a:pt x="596798" y="1427"/>
                  </a:lnTo>
                  <a:lnTo>
                    <a:pt x="534907" y="5621"/>
                  </a:lnTo>
                  <a:lnTo>
                    <a:pt x="475004" y="12451"/>
                  </a:lnTo>
                  <a:lnTo>
                    <a:pt x="417365" y="21788"/>
                  </a:lnTo>
                  <a:lnTo>
                    <a:pt x="362266" y="33499"/>
                  </a:lnTo>
                  <a:lnTo>
                    <a:pt x="309985" y="47455"/>
                  </a:lnTo>
                  <a:lnTo>
                    <a:pt x="260798" y="63524"/>
                  </a:lnTo>
                  <a:lnTo>
                    <a:pt x="214983" y="81577"/>
                  </a:lnTo>
                  <a:lnTo>
                    <a:pt x="172815" y="101482"/>
                  </a:lnTo>
                  <a:lnTo>
                    <a:pt x="134571" y="123109"/>
                  </a:lnTo>
                  <a:lnTo>
                    <a:pt x="100529" y="146327"/>
                  </a:lnTo>
                  <a:lnTo>
                    <a:pt x="70965" y="171006"/>
                  </a:lnTo>
                  <a:lnTo>
                    <a:pt x="26377" y="224222"/>
                  </a:lnTo>
                  <a:lnTo>
                    <a:pt x="3023" y="281712"/>
                  </a:lnTo>
                  <a:lnTo>
                    <a:pt x="0" y="311734"/>
                  </a:lnTo>
                  <a:lnTo>
                    <a:pt x="3023" y="341755"/>
                  </a:lnTo>
                  <a:lnTo>
                    <a:pt x="26377" y="399244"/>
                  </a:lnTo>
                  <a:lnTo>
                    <a:pt x="70965" y="452459"/>
                  </a:lnTo>
                  <a:lnTo>
                    <a:pt x="100529" y="477137"/>
                  </a:lnTo>
                  <a:lnTo>
                    <a:pt x="134571" y="500354"/>
                  </a:lnTo>
                  <a:lnTo>
                    <a:pt x="172815" y="521979"/>
                  </a:lnTo>
                  <a:lnTo>
                    <a:pt x="214983" y="541884"/>
                  </a:lnTo>
                  <a:lnTo>
                    <a:pt x="260798" y="559935"/>
                  </a:lnTo>
                  <a:lnTo>
                    <a:pt x="309985" y="576004"/>
                  </a:lnTo>
                  <a:lnTo>
                    <a:pt x="362266" y="589958"/>
                  </a:lnTo>
                  <a:lnTo>
                    <a:pt x="417365" y="601669"/>
                  </a:lnTo>
                  <a:lnTo>
                    <a:pt x="475004" y="611005"/>
                  </a:lnTo>
                  <a:lnTo>
                    <a:pt x="534907" y="617834"/>
                  </a:lnTo>
                  <a:lnTo>
                    <a:pt x="596798" y="622028"/>
                  </a:lnTo>
                  <a:lnTo>
                    <a:pt x="660400" y="623455"/>
                  </a:lnTo>
                  <a:lnTo>
                    <a:pt x="724001" y="622028"/>
                  </a:lnTo>
                  <a:lnTo>
                    <a:pt x="785892" y="617834"/>
                  </a:lnTo>
                  <a:lnTo>
                    <a:pt x="845795" y="611005"/>
                  </a:lnTo>
                  <a:lnTo>
                    <a:pt x="903434" y="601669"/>
                  </a:lnTo>
                  <a:lnTo>
                    <a:pt x="958533" y="589958"/>
                  </a:lnTo>
                  <a:lnTo>
                    <a:pt x="1010814" y="576004"/>
                  </a:lnTo>
                  <a:lnTo>
                    <a:pt x="1060001" y="559935"/>
                  </a:lnTo>
                  <a:lnTo>
                    <a:pt x="1105816" y="541884"/>
                  </a:lnTo>
                  <a:lnTo>
                    <a:pt x="1147984" y="521979"/>
                  </a:lnTo>
                  <a:lnTo>
                    <a:pt x="1186228" y="500354"/>
                  </a:lnTo>
                  <a:lnTo>
                    <a:pt x="1220270" y="477137"/>
                  </a:lnTo>
                  <a:lnTo>
                    <a:pt x="1249834" y="452459"/>
                  </a:lnTo>
                  <a:lnTo>
                    <a:pt x="1294422" y="399244"/>
                  </a:lnTo>
                  <a:lnTo>
                    <a:pt x="1317776" y="341755"/>
                  </a:lnTo>
                  <a:lnTo>
                    <a:pt x="1320800" y="311734"/>
                  </a:lnTo>
                  <a:lnTo>
                    <a:pt x="1317776" y="281712"/>
                  </a:lnTo>
                  <a:lnTo>
                    <a:pt x="1294422" y="224222"/>
                  </a:lnTo>
                  <a:lnTo>
                    <a:pt x="1249834" y="171006"/>
                  </a:lnTo>
                  <a:lnTo>
                    <a:pt x="1220270" y="146327"/>
                  </a:lnTo>
                  <a:lnTo>
                    <a:pt x="1186228" y="123109"/>
                  </a:lnTo>
                  <a:lnTo>
                    <a:pt x="1147984" y="101482"/>
                  </a:lnTo>
                  <a:lnTo>
                    <a:pt x="1105816" y="81577"/>
                  </a:lnTo>
                  <a:lnTo>
                    <a:pt x="1060001" y="63524"/>
                  </a:lnTo>
                  <a:lnTo>
                    <a:pt x="1010814" y="47455"/>
                  </a:lnTo>
                  <a:lnTo>
                    <a:pt x="958533" y="33499"/>
                  </a:lnTo>
                  <a:lnTo>
                    <a:pt x="903434" y="21788"/>
                  </a:lnTo>
                  <a:lnTo>
                    <a:pt x="845795" y="12451"/>
                  </a:lnTo>
                  <a:lnTo>
                    <a:pt x="785892" y="5621"/>
                  </a:lnTo>
                  <a:lnTo>
                    <a:pt x="724001" y="1427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E26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90799" y="3500577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0" y="311727"/>
                  </a:moveTo>
                  <a:lnTo>
                    <a:pt x="11908" y="252491"/>
                  </a:lnTo>
                  <a:lnTo>
                    <a:pt x="46156" y="197008"/>
                  </a:lnTo>
                  <a:lnTo>
                    <a:pt x="100529" y="146322"/>
                  </a:lnTo>
                  <a:lnTo>
                    <a:pt x="134572" y="123104"/>
                  </a:lnTo>
                  <a:lnTo>
                    <a:pt x="172815" y="101478"/>
                  </a:lnTo>
                  <a:lnTo>
                    <a:pt x="214984" y="81573"/>
                  </a:lnTo>
                  <a:lnTo>
                    <a:pt x="260799" y="63521"/>
                  </a:lnTo>
                  <a:lnTo>
                    <a:pt x="309986" y="47452"/>
                  </a:lnTo>
                  <a:lnTo>
                    <a:pt x="362267" y="33497"/>
                  </a:lnTo>
                  <a:lnTo>
                    <a:pt x="417366" y="21786"/>
                  </a:lnTo>
                  <a:lnTo>
                    <a:pt x="475005" y="12451"/>
                  </a:lnTo>
                  <a:lnTo>
                    <a:pt x="534908" y="5620"/>
                  </a:lnTo>
                  <a:lnTo>
                    <a:pt x="596799" y="1426"/>
                  </a:lnTo>
                  <a:lnTo>
                    <a:pt x="660400" y="0"/>
                  </a:lnTo>
                  <a:lnTo>
                    <a:pt x="724001" y="1426"/>
                  </a:lnTo>
                  <a:lnTo>
                    <a:pt x="785892" y="5620"/>
                  </a:lnTo>
                  <a:lnTo>
                    <a:pt x="845795" y="12451"/>
                  </a:lnTo>
                  <a:lnTo>
                    <a:pt x="903434" y="21786"/>
                  </a:lnTo>
                  <a:lnTo>
                    <a:pt x="958533" y="33497"/>
                  </a:lnTo>
                  <a:lnTo>
                    <a:pt x="1010814" y="47452"/>
                  </a:lnTo>
                  <a:lnTo>
                    <a:pt x="1060001" y="63521"/>
                  </a:lnTo>
                  <a:lnTo>
                    <a:pt x="1105817" y="81573"/>
                  </a:lnTo>
                  <a:lnTo>
                    <a:pt x="1147985" y="101478"/>
                  </a:lnTo>
                  <a:lnTo>
                    <a:pt x="1186228" y="123104"/>
                  </a:lnTo>
                  <a:lnTo>
                    <a:pt x="1220271" y="146322"/>
                  </a:lnTo>
                  <a:lnTo>
                    <a:pt x="1249835" y="171000"/>
                  </a:lnTo>
                  <a:lnTo>
                    <a:pt x="1294422" y="224215"/>
                  </a:lnTo>
                  <a:lnTo>
                    <a:pt x="1317777" y="281705"/>
                  </a:lnTo>
                  <a:lnTo>
                    <a:pt x="1320800" y="311727"/>
                  </a:lnTo>
                  <a:lnTo>
                    <a:pt x="1317777" y="341748"/>
                  </a:lnTo>
                  <a:lnTo>
                    <a:pt x="1294422" y="399239"/>
                  </a:lnTo>
                  <a:lnTo>
                    <a:pt x="1249835" y="452454"/>
                  </a:lnTo>
                  <a:lnTo>
                    <a:pt x="1220271" y="477132"/>
                  </a:lnTo>
                  <a:lnTo>
                    <a:pt x="1186228" y="500350"/>
                  </a:lnTo>
                  <a:lnTo>
                    <a:pt x="1147985" y="521976"/>
                  </a:lnTo>
                  <a:lnTo>
                    <a:pt x="1105817" y="541881"/>
                  </a:lnTo>
                  <a:lnTo>
                    <a:pt x="1060001" y="559933"/>
                  </a:lnTo>
                  <a:lnTo>
                    <a:pt x="1010814" y="576002"/>
                  </a:lnTo>
                  <a:lnTo>
                    <a:pt x="958533" y="589957"/>
                  </a:lnTo>
                  <a:lnTo>
                    <a:pt x="903434" y="601668"/>
                  </a:lnTo>
                  <a:lnTo>
                    <a:pt x="845795" y="611004"/>
                  </a:lnTo>
                  <a:lnTo>
                    <a:pt x="785892" y="617834"/>
                  </a:lnTo>
                  <a:lnTo>
                    <a:pt x="724001" y="622028"/>
                  </a:lnTo>
                  <a:lnTo>
                    <a:pt x="660400" y="623455"/>
                  </a:lnTo>
                  <a:lnTo>
                    <a:pt x="596799" y="622028"/>
                  </a:lnTo>
                  <a:lnTo>
                    <a:pt x="534908" y="617834"/>
                  </a:lnTo>
                  <a:lnTo>
                    <a:pt x="475005" y="611004"/>
                  </a:lnTo>
                  <a:lnTo>
                    <a:pt x="417366" y="601668"/>
                  </a:lnTo>
                  <a:lnTo>
                    <a:pt x="362267" y="589957"/>
                  </a:lnTo>
                  <a:lnTo>
                    <a:pt x="309986" y="576002"/>
                  </a:lnTo>
                  <a:lnTo>
                    <a:pt x="260799" y="559933"/>
                  </a:lnTo>
                  <a:lnTo>
                    <a:pt x="214984" y="541881"/>
                  </a:lnTo>
                  <a:lnTo>
                    <a:pt x="172815" y="521976"/>
                  </a:lnTo>
                  <a:lnTo>
                    <a:pt x="134572" y="500350"/>
                  </a:lnTo>
                  <a:lnTo>
                    <a:pt x="100529" y="477132"/>
                  </a:lnTo>
                  <a:lnTo>
                    <a:pt x="70965" y="452454"/>
                  </a:lnTo>
                  <a:lnTo>
                    <a:pt x="26377" y="399239"/>
                  </a:lnTo>
                  <a:lnTo>
                    <a:pt x="3023" y="341748"/>
                  </a:lnTo>
                  <a:lnTo>
                    <a:pt x="0" y="3117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33700" y="3793632"/>
            <a:ext cx="6350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6680"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Map 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rk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703834" y="2010044"/>
            <a:ext cx="2258695" cy="3761740"/>
            <a:chOff x="1703832" y="1770888"/>
            <a:chExt cx="2258695" cy="3761740"/>
          </a:xfrm>
        </p:grpSpPr>
        <p:sp>
          <p:nvSpPr>
            <p:cNvPr id="57" name="object 57"/>
            <p:cNvSpPr/>
            <p:nvPr/>
          </p:nvSpPr>
          <p:spPr>
            <a:xfrm>
              <a:off x="1703832" y="1770888"/>
              <a:ext cx="1219200" cy="63093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44243" y="1792592"/>
              <a:ext cx="1040130" cy="464820"/>
            </a:xfrm>
            <a:custGeom>
              <a:avLst/>
              <a:gdLst/>
              <a:ahLst/>
              <a:cxnLst/>
              <a:rect l="l" t="t" r="r" b="b"/>
              <a:pathLst>
                <a:path w="1040130" h="464819">
                  <a:moveTo>
                    <a:pt x="986491" y="438322"/>
                  </a:moveTo>
                  <a:lnTo>
                    <a:pt x="928700" y="445579"/>
                  </a:lnTo>
                  <a:lnTo>
                    <a:pt x="925004" y="450341"/>
                  </a:lnTo>
                  <a:lnTo>
                    <a:pt x="926312" y="460781"/>
                  </a:lnTo>
                  <a:lnTo>
                    <a:pt x="931075" y="464477"/>
                  </a:lnTo>
                  <a:lnTo>
                    <a:pt x="1029305" y="452145"/>
                  </a:lnTo>
                  <a:lnTo>
                    <a:pt x="1018895" y="452145"/>
                  </a:lnTo>
                  <a:lnTo>
                    <a:pt x="986491" y="438322"/>
                  </a:lnTo>
                  <a:close/>
                </a:path>
                <a:path w="1040130" h="464819">
                  <a:moveTo>
                    <a:pt x="1005249" y="435967"/>
                  </a:moveTo>
                  <a:lnTo>
                    <a:pt x="986491" y="438322"/>
                  </a:lnTo>
                  <a:lnTo>
                    <a:pt x="1018895" y="452145"/>
                  </a:lnTo>
                  <a:lnTo>
                    <a:pt x="1020207" y="449072"/>
                  </a:lnTo>
                  <a:lnTo>
                    <a:pt x="1014996" y="449072"/>
                  </a:lnTo>
                  <a:lnTo>
                    <a:pt x="1005249" y="435967"/>
                  </a:lnTo>
                  <a:close/>
                </a:path>
                <a:path w="1040130" h="464819">
                  <a:moveTo>
                    <a:pt x="968527" y="361823"/>
                  </a:moveTo>
                  <a:lnTo>
                    <a:pt x="960081" y="368096"/>
                  </a:lnTo>
                  <a:lnTo>
                    <a:pt x="959205" y="374065"/>
                  </a:lnTo>
                  <a:lnTo>
                    <a:pt x="993962" y="420793"/>
                  </a:lnTo>
                  <a:lnTo>
                    <a:pt x="1026375" y="434619"/>
                  </a:lnTo>
                  <a:lnTo>
                    <a:pt x="1018895" y="452145"/>
                  </a:lnTo>
                  <a:lnTo>
                    <a:pt x="1029305" y="452145"/>
                  </a:lnTo>
                  <a:lnTo>
                    <a:pt x="1040028" y="450799"/>
                  </a:lnTo>
                  <a:lnTo>
                    <a:pt x="974483" y="362699"/>
                  </a:lnTo>
                  <a:lnTo>
                    <a:pt x="968527" y="361823"/>
                  </a:lnTo>
                  <a:close/>
                </a:path>
                <a:path w="1040130" h="464819">
                  <a:moveTo>
                    <a:pt x="1021448" y="433933"/>
                  </a:moveTo>
                  <a:lnTo>
                    <a:pt x="1005249" y="435967"/>
                  </a:lnTo>
                  <a:lnTo>
                    <a:pt x="1014996" y="449072"/>
                  </a:lnTo>
                  <a:lnTo>
                    <a:pt x="1021448" y="433933"/>
                  </a:lnTo>
                  <a:close/>
                </a:path>
                <a:path w="1040130" h="464819">
                  <a:moveTo>
                    <a:pt x="1024768" y="433933"/>
                  </a:moveTo>
                  <a:lnTo>
                    <a:pt x="1021448" y="433933"/>
                  </a:lnTo>
                  <a:lnTo>
                    <a:pt x="1014996" y="449072"/>
                  </a:lnTo>
                  <a:lnTo>
                    <a:pt x="1020207" y="449072"/>
                  </a:lnTo>
                  <a:lnTo>
                    <a:pt x="1026375" y="434619"/>
                  </a:lnTo>
                  <a:lnTo>
                    <a:pt x="1024768" y="433933"/>
                  </a:lnTo>
                  <a:close/>
                </a:path>
                <a:path w="1040130" h="464819">
                  <a:moveTo>
                    <a:pt x="7480" y="0"/>
                  </a:moveTo>
                  <a:lnTo>
                    <a:pt x="0" y="17513"/>
                  </a:lnTo>
                  <a:lnTo>
                    <a:pt x="986491" y="438322"/>
                  </a:lnTo>
                  <a:lnTo>
                    <a:pt x="1005249" y="435967"/>
                  </a:lnTo>
                  <a:lnTo>
                    <a:pt x="993962" y="420793"/>
                  </a:lnTo>
                  <a:lnTo>
                    <a:pt x="7480" y="0"/>
                  </a:lnTo>
                  <a:close/>
                </a:path>
                <a:path w="1040130" h="464819">
                  <a:moveTo>
                    <a:pt x="993962" y="420793"/>
                  </a:moveTo>
                  <a:lnTo>
                    <a:pt x="1005249" y="435967"/>
                  </a:lnTo>
                  <a:lnTo>
                    <a:pt x="1021448" y="433933"/>
                  </a:lnTo>
                  <a:lnTo>
                    <a:pt x="1024768" y="433933"/>
                  </a:lnTo>
                  <a:lnTo>
                    <a:pt x="993962" y="420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06880" y="2346960"/>
              <a:ext cx="1021080" cy="27432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47901" y="2409278"/>
              <a:ext cx="843280" cy="111125"/>
            </a:xfrm>
            <a:custGeom>
              <a:avLst/>
              <a:gdLst/>
              <a:ahLst/>
              <a:cxnLst/>
              <a:rect l="l" t="t" r="r" b="b"/>
              <a:pathLst>
                <a:path w="843280" h="111125">
                  <a:moveTo>
                    <a:pt x="826574" y="45161"/>
                  </a:moveTo>
                  <a:lnTo>
                    <a:pt x="823963" y="45161"/>
                  </a:lnTo>
                  <a:lnTo>
                    <a:pt x="824128" y="64211"/>
                  </a:lnTo>
                  <a:lnTo>
                    <a:pt x="788887" y="64511"/>
                  </a:lnTo>
                  <a:lnTo>
                    <a:pt x="738835" y="94284"/>
                  </a:lnTo>
                  <a:lnTo>
                    <a:pt x="737349" y="100126"/>
                  </a:lnTo>
                  <a:lnTo>
                    <a:pt x="742721" y="109169"/>
                  </a:lnTo>
                  <a:lnTo>
                    <a:pt x="748563" y="110655"/>
                  </a:lnTo>
                  <a:lnTo>
                    <a:pt x="842937" y="54521"/>
                  </a:lnTo>
                  <a:lnTo>
                    <a:pt x="826574" y="45161"/>
                  </a:lnTo>
                  <a:close/>
                </a:path>
                <a:path w="843280" h="111125">
                  <a:moveTo>
                    <a:pt x="788725" y="45461"/>
                  </a:moveTo>
                  <a:lnTo>
                    <a:pt x="0" y="52184"/>
                  </a:lnTo>
                  <a:lnTo>
                    <a:pt x="165" y="71234"/>
                  </a:lnTo>
                  <a:lnTo>
                    <a:pt x="788887" y="64511"/>
                  </a:lnTo>
                  <a:lnTo>
                    <a:pt x="805136" y="54845"/>
                  </a:lnTo>
                  <a:lnTo>
                    <a:pt x="788725" y="45461"/>
                  </a:lnTo>
                  <a:close/>
                </a:path>
                <a:path w="843280" h="111125">
                  <a:moveTo>
                    <a:pt x="805136" y="54845"/>
                  </a:moveTo>
                  <a:lnTo>
                    <a:pt x="788887" y="64511"/>
                  </a:lnTo>
                  <a:lnTo>
                    <a:pt x="824128" y="64211"/>
                  </a:lnTo>
                  <a:lnTo>
                    <a:pt x="824117" y="62953"/>
                  </a:lnTo>
                  <a:lnTo>
                    <a:pt x="819315" y="62953"/>
                  </a:lnTo>
                  <a:lnTo>
                    <a:pt x="805136" y="54845"/>
                  </a:lnTo>
                  <a:close/>
                </a:path>
                <a:path w="843280" h="111125">
                  <a:moveTo>
                    <a:pt x="819175" y="46494"/>
                  </a:moveTo>
                  <a:lnTo>
                    <a:pt x="805136" y="54845"/>
                  </a:lnTo>
                  <a:lnTo>
                    <a:pt x="819315" y="62953"/>
                  </a:lnTo>
                  <a:lnTo>
                    <a:pt x="819175" y="46494"/>
                  </a:lnTo>
                  <a:close/>
                </a:path>
                <a:path w="843280" h="111125">
                  <a:moveTo>
                    <a:pt x="823974" y="46494"/>
                  </a:moveTo>
                  <a:lnTo>
                    <a:pt x="819175" y="46494"/>
                  </a:lnTo>
                  <a:lnTo>
                    <a:pt x="819315" y="62953"/>
                  </a:lnTo>
                  <a:lnTo>
                    <a:pt x="824117" y="62953"/>
                  </a:lnTo>
                  <a:lnTo>
                    <a:pt x="823974" y="46494"/>
                  </a:lnTo>
                  <a:close/>
                </a:path>
                <a:path w="843280" h="111125">
                  <a:moveTo>
                    <a:pt x="823963" y="45161"/>
                  </a:moveTo>
                  <a:lnTo>
                    <a:pt x="788725" y="45461"/>
                  </a:lnTo>
                  <a:lnTo>
                    <a:pt x="805136" y="54845"/>
                  </a:lnTo>
                  <a:lnTo>
                    <a:pt x="819175" y="46494"/>
                  </a:lnTo>
                  <a:lnTo>
                    <a:pt x="823974" y="46494"/>
                  </a:lnTo>
                  <a:lnTo>
                    <a:pt x="823963" y="45161"/>
                  </a:lnTo>
                  <a:close/>
                </a:path>
                <a:path w="843280" h="111125">
                  <a:moveTo>
                    <a:pt x="747623" y="0"/>
                  </a:moveTo>
                  <a:lnTo>
                    <a:pt x="741807" y="1587"/>
                  </a:lnTo>
                  <a:lnTo>
                    <a:pt x="736587" y="10718"/>
                  </a:lnTo>
                  <a:lnTo>
                    <a:pt x="738162" y="16548"/>
                  </a:lnTo>
                  <a:lnTo>
                    <a:pt x="788725" y="45461"/>
                  </a:lnTo>
                  <a:lnTo>
                    <a:pt x="826574" y="45161"/>
                  </a:lnTo>
                  <a:lnTo>
                    <a:pt x="7476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03832" y="3096768"/>
              <a:ext cx="1219200" cy="6522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44078" y="3117824"/>
              <a:ext cx="1040765" cy="485775"/>
            </a:xfrm>
            <a:custGeom>
              <a:avLst/>
              <a:gdLst/>
              <a:ahLst/>
              <a:cxnLst/>
              <a:rect l="l" t="t" r="r" b="b"/>
              <a:pathLst>
                <a:path w="1040764" h="485775">
                  <a:moveTo>
                    <a:pt x="986898" y="460585"/>
                  </a:moveTo>
                  <a:lnTo>
                    <a:pt x="928979" y="466750"/>
                  </a:lnTo>
                  <a:lnTo>
                    <a:pt x="925194" y="471436"/>
                  </a:lnTo>
                  <a:lnTo>
                    <a:pt x="926312" y="481901"/>
                  </a:lnTo>
                  <a:lnTo>
                    <a:pt x="930998" y="485698"/>
                  </a:lnTo>
                  <a:lnTo>
                    <a:pt x="1031362" y="475018"/>
                  </a:lnTo>
                  <a:lnTo>
                    <a:pt x="1019035" y="475018"/>
                  </a:lnTo>
                  <a:lnTo>
                    <a:pt x="986898" y="460585"/>
                  </a:lnTo>
                  <a:close/>
                </a:path>
                <a:path w="1040764" h="485775">
                  <a:moveTo>
                    <a:pt x="1005701" y="458584"/>
                  </a:moveTo>
                  <a:lnTo>
                    <a:pt x="986898" y="460585"/>
                  </a:lnTo>
                  <a:lnTo>
                    <a:pt x="1019035" y="475018"/>
                  </a:lnTo>
                  <a:lnTo>
                    <a:pt x="1020451" y="471868"/>
                  </a:lnTo>
                  <a:lnTo>
                    <a:pt x="1015199" y="471868"/>
                  </a:lnTo>
                  <a:lnTo>
                    <a:pt x="1005701" y="458584"/>
                  </a:lnTo>
                  <a:close/>
                </a:path>
                <a:path w="1040764" h="485775">
                  <a:moveTo>
                    <a:pt x="970381" y="383755"/>
                  </a:moveTo>
                  <a:lnTo>
                    <a:pt x="961821" y="389877"/>
                  </a:lnTo>
                  <a:lnTo>
                    <a:pt x="960831" y="395833"/>
                  </a:lnTo>
                  <a:lnTo>
                    <a:pt x="994709" y="443212"/>
                  </a:lnTo>
                  <a:lnTo>
                    <a:pt x="1026845" y="457644"/>
                  </a:lnTo>
                  <a:lnTo>
                    <a:pt x="1019035" y="475018"/>
                  </a:lnTo>
                  <a:lnTo>
                    <a:pt x="1031362" y="475018"/>
                  </a:lnTo>
                  <a:lnTo>
                    <a:pt x="1040193" y="474078"/>
                  </a:lnTo>
                  <a:lnTo>
                    <a:pt x="976337" y="384746"/>
                  </a:lnTo>
                  <a:lnTo>
                    <a:pt x="970381" y="383755"/>
                  </a:lnTo>
                  <a:close/>
                </a:path>
                <a:path w="1040764" h="485775">
                  <a:moveTo>
                    <a:pt x="1021930" y="456857"/>
                  </a:moveTo>
                  <a:lnTo>
                    <a:pt x="1005701" y="458584"/>
                  </a:lnTo>
                  <a:lnTo>
                    <a:pt x="1015199" y="471868"/>
                  </a:lnTo>
                  <a:lnTo>
                    <a:pt x="1021930" y="456857"/>
                  </a:lnTo>
                  <a:close/>
                </a:path>
                <a:path w="1040764" h="485775">
                  <a:moveTo>
                    <a:pt x="1025092" y="456857"/>
                  </a:moveTo>
                  <a:lnTo>
                    <a:pt x="1021930" y="456857"/>
                  </a:lnTo>
                  <a:lnTo>
                    <a:pt x="1015199" y="471868"/>
                  </a:lnTo>
                  <a:lnTo>
                    <a:pt x="1020451" y="471868"/>
                  </a:lnTo>
                  <a:lnTo>
                    <a:pt x="1026845" y="457644"/>
                  </a:lnTo>
                  <a:lnTo>
                    <a:pt x="1025092" y="456857"/>
                  </a:lnTo>
                  <a:close/>
                </a:path>
                <a:path w="1040764" h="485775">
                  <a:moveTo>
                    <a:pt x="7810" y="0"/>
                  </a:moveTo>
                  <a:lnTo>
                    <a:pt x="0" y="17373"/>
                  </a:lnTo>
                  <a:lnTo>
                    <a:pt x="986898" y="460585"/>
                  </a:lnTo>
                  <a:lnTo>
                    <a:pt x="1005701" y="458584"/>
                  </a:lnTo>
                  <a:lnTo>
                    <a:pt x="994709" y="443212"/>
                  </a:lnTo>
                  <a:lnTo>
                    <a:pt x="7810" y="0"/>
                  </a:lnTo>
                  <a:close/>
                </a:path>
                <a:path w="1040764" h="485775">
                  <a:moveTo>
                    <a:pt x="994709" y="443212"/>
                  </a:moveTo>
                  <a:lnTo>
                    <a:pt x="1005701" y="458584"/>
                  </a:lnTo>
                  <a:lnTo>
                    <a:pt x="1021930" y="456857"/>
                  </a:lnTo>
                  <a:lnTo>
                    <a:pt x="1025092" y="456857"/>
                  </a:lnTo>
                  <a:lnTo>
                    <a:pt x="994709" y="443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38984" y="4754880"/>
              <a:ext cx="1423416" cy="72542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82824" y="4773167"/>
              <a:ext cx="935736" cy="75895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90800" y="4786744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660400" y="0"/>
                  </a:moveTo>
                  <a:lnTo>
                    <a:pt x="596798" y="1426"/>
                  </a:lnTo>
                  <a:lnTo>
                    <a:pt x="534907" y="5620"/>
                  </a:lnTo>
                  <a:lnTo>
                    <a:pt x="475004" y="12450"/>
                  </a:lnTo>
                  <a:lnTo>
                    <a:pt x="417365" y="21786"/>
                  </a:lnTo>
                  <a:lnTo>
                    <a:pt x="362266" y="33496"/>
                  </a:lnTo>
                  <a:lnTo>
                    <a:pt x="309985" y="47451"/>
                  </a:lnTo>
                  <a:lnTo>
                    <a:pt x="260798" y="63520"/>
                  </a:lnTo>
                  <a:lnTo>
                    <a:pt x="214983" y="81571"/>
                  </a:lnTo>
                  <a:lnTo>
                    <a:pt x="172815" y="101475"/>
                  </a:lnTo>
                  <a:lnTo>
                    <a:pt x="134571" y="123101"/>
                  </a:lnTo>
                  <a:lnTo>
                    <a:pt x="100529" y="146318"/>
                  </a:lnTo>
                  <a:lnTo>
                    <a:pt x="70965" y="170996"/>
                  </a:lnTo>
                  <a:lnTo>
                    <a:pt x="26377" y="224210"/>
                  </a:lnTo>
                  <a:lnTo>
                    <a:pt x="3023" y="281700"/>
                  </a:lnTo>
                  <a:lnTo>
                    <a:pt x="0" y="311721"/>
                  </a:lnTo>
                  <a:lnTo>
                    <a:pt x="3023" y="341742"/>
                  </a:lnTo>
                  <a:lnTo>
                    <a:pt x="26377" y="399233"/>
                  </a:lnTo>
                  <a:lnTo>
                    <a:pt x="70965" y="452449"/>
                  </a:lnTo>
                  <a:lnTo>
                    <a:pt x="100529" y="477127"/>
                  </a:lnTo>
                  <a:lnTo>
                    <a:pt x="134571" y="500346"/>
                  </a:lnTo>
                  <a:lnTo>
                    <a:pt x="172815" y="521973"/>
                  </a:lnTo>
                  <a:lnTo>
                    <a:pt x="214983" y="541878"/>
                  </a:lnTo>
                  <a:lnTo>
                    <a:pt x="260798" y="559930"/>
                  </a:lnTo>
                  <a:lnTo>
                    <a:pt x="309985" y="576000"/>
                  </a:lnTo>
                  <a:lnTo>
                    <a:pt x="362266" y="589956"/>
                  </a:lnTo>
                  <a:lnTo>
                    <a:pt x="417365" y="601667"/>
                  </a:lnTo>
                  <a:lnTo>
                    <a:pt x="475004" y="611003"/>
                  </a:lnTo>
                  <a:lnTo>
                    <a:pt x="534907" y="617834"/>
                  </a:lnTo>
                  <a:lnTo>
                    <a:pt x="596798" y="622028"/>
                  </a:lnTo>
                  <a:lnTo>
                    <a:pt x="660400" y="623455"/>
                  </a:lnTo>
                  <a:lnTo>
                    <a:pt x="724001" y="622028"/>
                  </a:lnTo>
                  <a:lnTo>
                    <a:pt x="785892" y="617834"/>
                  </a:lnTo>
                  <a:lnTo>
                    <a:pt x="845795" y="611003"/>
                  </a:lnTo>
                  <a:lnTo>
                    <a:pt x="903434" y="601667"/>
                  </a:lnTo>
                  <a:lnTo>
                    <a:pt x="958533" y="589956"/>
                  </a:lnTo>
                  <a:lnTo>
                    <a:pt x="1010814" y="576000"/>
                  </a:lnTo>
                  <a:lnTo>
                    <a:pt x="1060001" y="559930"/>
                  </a:lnTo>
                  <a:lnTo>
                    <a:pt x="1105816" y="541878"/>
                  </a:lnTo>
                  <a:lnTo>
                    <a:pt x="1147984" y="521973"/>
                  </a:lnTo>
                  <a:lnTo>
                    <a:pt x="1186228" y="500346"/>
                  </a:lnTo>
                  <a:lnTo>
                    <a:pt x="1220270" y="477127"/>
                  </a:lnTo>
                  <a:lnTo>
                    <a:pt x="1249834" y="452449"/>
                  </a:lnTo>
                  <a:lnTo>
                    <a:pt x="1294422" y="399233"/>
                  </a:lnTo>
                  <a:lnTo>
                    <a:pt x="1317776" y="341742"/>
                  </a:lnTo>
                  <a:lnTo>
                    <a:pt x="1320800" y="311721"/>
                  </a:lnTo>
                  <a:lnTo>
                    <a:pt x="1317776" y="281700"/>
                  </a:lnTo>
                  <a:lnTo>
                    <a:pt x="1294422" y="224210"/>
                  </a:lnTo>
                  <a:lnTo>
                    <a:pt x="1249834" y="170996"/>
                  </a:lnTo>
                  <a:lnTo>
                    <a:pt x="1220270" y="146318"/>
                  </a:lnTo>
                  <a:lnTo>
                    <a:pt x="1186228" y="123101"/>
                  </a:lnTo>
                  <a:lnTo>
                    <a:pt x="1147984" y="101475"/>
                  </a:lnTo>
                  <a:lnTo>
                    <a:pt x="1105816" y="81571"/>
                  </a:lnTo>
                  <a:lnTo>
                    <a:pt x="1060001" y="63520"/>
                  </a:lnTo>
                  <a:lnTo>
                    <a:pt x="1010814" y="47451"/>
                  </a:lnTo>
                  <a:lnTo>
                    <a:pt x="958533" y="33496"/>
                  </a:lnTo>
                  <a:lnTo>
                    <a:pt x="903434" y="21786"/>
                  </a:lnTo>
                  <a:lnTo>
                    <a:pt x="845795" y="12450"/>
                  </a:lnTo>
                  <a:lnTo>
                    <a:pt x="785892" y="5620"/>
                  </a:lnTo>
                  <a:lnTo>
                    <a:pt x="724001" y="1426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E26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90800" y="4786744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0" y="311727"/>
                  </a:moveTo>
                  <a:lnTo>
                    <a:pt x="11908" y="252491"/>
                  </a:lnTo>
                  <a:lnTo>
                    <a:pt x="46156" y="197008"/>
                  </a:lnTo>
                  <a:lnTo>
                    <a:pt x="100529" y="146322"/>
                  </a:lnTo>
                  <a:lnTo>
                    <a:pt x="134572" y="123104"/>
                  </a:lnTo>
                  <a:lnTo>
                    <a:pt x="172815" y="101478"/>
                  </a:lnTo>
                  <a:lnTo>
                    <a:pt x="214984" y="81573"/>
                  </a:lnTo>
                  <a:lnTo>
                    <a:pt x="260799" y="63521"/>
                  </a:lnTo>
                  <a:lnTo>
                    <a:pt x="309986" y="47452"/>
                  </a:lnTo>
                  <a:lnTo>
                    <a:pt x="362267" y="33497"/>
                  </a:lnTo>
                  <a:lnTo>
                    <a:pt x="417366" y="21786"/>
                  </a:lnTo>
                  <a:lnTo>
                    <a:pt x="475005" y="12451"/>
                  </a:lnTo>
                  <a:lnTo>
                    <a:pt x="534908" y="5620"/>
                  </a:lnTo>
                  <a:lnTo>
                    <a:pt x="596799" y="1426"/>
                  </a:lnTo>
                  <a:lnTo>
                    <a:pt x="660400" y="0"/>
                  </a:lnTo>
                  <a:lnTo>
                    <a:pt x="724001" y="1426"/>
                  </a:lnTo>
                  <a:lnTo>
                    <a:pt x="785892" y="5620"/>
                  </a:lnTo>
                  <a:lnTo>
                    <a:pt x="845795" y="12451"/>
                  </a:lnTo>
                  <a:lnTo>
                    <a:pt x="903434" y="21786"/>
                  </a:lnTo>
                  <a:lnTo>
                    <a:pt x="958533" y="33497"/>
                  </a:lnTo>
                  <a:lnTo>
                    <a:pt x="1010814" y="47452"/>
                  </a:lnTo>
                  <a:lnTo>
                    <a:pt x="1060001" y="63521"/>
                  </a:lnTo>
                  <a:lnTo>
                    <a:pt x="1105817" y="81573"/>
                  </a:lnTo>
                  <a:lnTo>
                    <a:pt x="1147985" y="101478"/>
                  </a:lnTo>
                  <a:lnTo>
                    <a:pt x="1186228" y="123104"/>
                  </a:lnTo>
                  <a:lnTo>
                    <a:pt x="1220271" y="146322"/>
                  </a:lnTo>
                  <a:lnTo>
                    <a:pt x="1249835" y="171000"/>
                  </a:lnTo>
                  <a:lnTo>
                    <a:pt x="1294422" y="224215"/>
                  </a:lnTo>
                  <a:lnTo>
                    <a:pt x="1317777" y="281705"/>
                  </a:lnTo>
                  <a:lnTo>
                    <a:pt x="1320800" y="311727"/>
                  </a:lnTo>
                  <a:lnTo>
                    <a:pt x="1317777" y="341748"/>
                  </a:lnTo>
                  <a:lnTo>
                    <a:pt x="1294422" y="399239"/>
                  </a:lnTo>
                  <a:lnTo>
                    <a:pt x="1249835" y="452454"/>
                  </a:lnTo>
                  <a:lnTo>
                    <a:pt x="1220271" y="477132"/>
                  </a:lnTo>
                  <a:lnTo>
                    <a:pt x="1186228" y="500350"/>
                  </a:lnTo>
                  <a:lnTo>
                    <a:pt x="1147985" y="521976"/>
                  </a:lnTo>
                  <a:lnTo>
                    <a:pt x="1105817" y="541881"/>
                  </a:lnTo>
                  <a:lnTo>
                    <a:pt x="1060001" y="559933"/>
                  </a:lnTo>
                  <a:lnTo>
                    <a:pt x="1010814" y="576002"/>
                  </a:lnTo>
                  <a:lnTo>
                    <a:pt x="958533" y="589957"/>
                  </a:lnTo>
                  <a:lnTo>
                    <a:pt x="903434" y="601668"/>
                  </a:lnTo>
                  <a:lnTo>
                    <a:pt x="845795" y="611004"/>
                  </a:lnTo>
                  <a:lnTo>
                    <a:pt x="785892" y="617834"/>
                  </a:lnTo>
                  <a:lnTo>
                    <a:pt x="724001" y="622028"/>
                  </a:lnTo>
                  <a:lnTo>
                    <a:pt x="660400" y="623455"/>
                  </a:lnTo>
                  <a:lnTo>
                    <a:pt x="596799" y="622028"/>
                  </a:lnTo>
                  <a:lnTo>
                    <a:pt x="534908" y="617834"/>
                  </a:lnTo>
                  <a:lnTo>
                    <a:pt x="475005" y="611004"/>
                  </a:lnTo>
                  <a:lnTo>
                    <a:pt x="417366" y="601668"/>
                  </a:lnTo>
                  <a:lnTo>
                    <a:pt x="362267" y="589957"/>
                  </a:lnTo>
                  <a:lnTo>
                    <a:pt x="309986" y="576002"/>
                  </a:lnTo>
                  <a:lnTo>
                    <a:pt x="260799" y="559933"/>
                  </a:lnTo>
                  <a:lnTo>
                    <a:pt x="214984" y="541881"/>
                  </a:lnTo>
                  <a:lnTo>
                    <a:pt x="172815" y="521976"/>
                  </a:lnTo>
                  <a:lnTo>
                    <a:pt x="134572" y="500350"/>
                  </a:lnTo>
                  <a:lnTo>
                    <a:pt x="100529" y="477132"/>
                  </a:lnTo>
                  <a:lnTo>
                    <a:pt x="70965" y="452454"/>
                  </a:lnTo>
                  <a:lnTo>
                    <a:pt x="26377" y="399239"/>
                  </a:lnTo>
                  <a:lnTo>
                    <a:pt x="3023" y="341748"/>
                  </a:lnTo>
                  <a:lnTo>
                    <a:pt x="0" y="3117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933700" y="5079888"/>
            <a:ext cx="6350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6680"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Map 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rk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700783" y="2336181"/>
            <a:ext cx="5416550" cy="3408045"/>
            <a:chOff x="1700783" y="2097023"/>
            <a:chExt cx="5416550" cy="3408045"/>
          </a:xfrm>
        </p:grpSpPr>
        <p:sp>
          <p:nvSpPr>
            <p:cNvPr id="69" name="object 69"/>
            <p:cNvSpPr/>
            <p:nvPr/>
          </p:nvSpPr>
          <p:spPr>
            <a:xfrm>
              <a:off x="1700783" y="3916679"/>
              <a:ext cx="1222247" cy="127711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41068" y="4032707"/>
              <a:ext cx="1043305" cy="1100455"/>
            </a:xfrm>
            <a:custGeom>
              <a:avLst/>
              <a:gdLst/>
              <a:ahLst/>
              <a:cxnLst/>
              <a:rect l="l" t="t" r="r" b="b"/>
              <a:pathLst>
                <a:path w="1043305" h="1100454">
                  <a:moveTo>
                    <a:pt x="1017184" y="27437"/>
                  </a:moveTo>
                  <a:lnTo>
                    <a:pt x="999022" y="32743"/>
                  </a:lnTo>
                  <a:lnTo>
                    <a:pt x="0" y="1086916"/>
                  </a:lnTo>
                  <a:lnTo>
                    <a:pt x="13830" y="1100023"/>
                  </a:lnTo>
                  <a:lnTo>
                    <a:pt x="1012866" y="45835"/>
                  </a:lnTo>
                  <a:lnTo>
                    <a:pt x="1017184" y="27437"/>
                  </a:lnTo>
                  <a:close/>
                </a:path>
                <a:path w="1043305" h="1100454">
                  <a:moveTo>
                    <a:pt x="1041509" y="7162"/>
                  </a:moveTo>
                  <a:lnTo>
                    <a:pt x="1023264" y="7162"/>
                  </a:lnTo>
                  <a:lnTo>
                    <a:pt x="1037094" y="20269"/>
                  </a:lnTo>
                  <a:lnTo>
                    <a:pt x="1012866" y="45835"/>
                  </a:lnTo>
                  <a:lnTo>
                    <a:pt x="999553" y="102552"/>
                  </a:lnTo>
                  <a:lnTo>
                    <a:pt x="1002741" y="107670"/>
                  </a:lnTo>
                  <a:lnTo>
                    <a:pt x="1012977" y="110070"/>
                  </a:lnTo>
                  <a:lnTo>
                    <a:pt x="1018108" y="106895"/>
                  </a:lnTo>
                  <a:lnTo>
                    <a:pt x="1041509" y="7162"/>
                  </a:lnTo>
                  <a:close/>
                </a:path>
                <a:path w="1043305" h="1100454">
                  <a:moveTo>
                    <a:pt x="1043190" y="0"/>
                  </a:moveTo>
                  <a:lnTo>
                    <a:pt x="937780" y="30784"/>
                  </a:lnTo>
                  <a:lnTo>
                    <a:pt x="934885" y="36068"/>
                  </a:lnTo>
                  <a:lnTo>
                    <a:pt x="937844" y="46164"/>
                  </a:lnTo>
                  <a:lnTo>
                    <a:pt x="943127" y="49072"/>
                  </a:lnTo>
                  <a:lnTo>
                    <a:pt x="999022" y="32743"/>
                  </a:lnTo>
                  <a:lnTo>
                    <a:pt x="1023264" y="7162"/>
                  </a:lnTo>
                  <a:lnTo>
                    <a:pt x="1041509" y="7162"/>
                  </a:lnTo>
                  <a:lnTo>
                    <a:pt x="1043190" y="0"/>
                  </a:lnTo>
                  <a:close/>
                </a:path>
                <a:path w="1043305" h="1100454">
                  <a:moveTo>
                    <a:pt x="1027887" y="11544"/>
                  </a:moveTo>
                  <a:lnTo>
                    <a:pt x="1020914" y="11544"/>
                  </a:lnTo>
                  <a:lnTo>
                    <a:pt x="1032852" y="22860"/>
                  </a:lnTo>
                  <a:lnTo>
                    <a:pt x="1017184" y="27437"/>
                  </a:lnTo>
                  <a:lnTo>
                    <a:pt x="1012866" y="45835"/>
                  </a:lnTo>
                  <a:lnTo>
                    <a:pt x="1037094" y="20269"/>
                  </a:lnTo>
                  <a:lnTo>
                    <a:pt x="1027887" y="11544"/>
                  </a:lnTo>
                  <a:close/>
                </a:path>
                <a:path w="1043305" h="1100454">
                  <a:moveTo>
                    <a:pt x="1023264" y="7162"/>
                  </a:moveTo>
                  <a:lnTo>
                    <a:pt x="999022" y="32743"/>
                  </a:lnTo>
                  <a:lnTo>
                    <a:pt x="1017184" y="27437"/>
                  </a:lnTo>
                  <a:lnTo>
                    <a:pt x="1020914" y="11544"/>
                  </a:lnTo>
                  <a:lnTo>
                    <a:pt x="1027887" y="11544"/>
                  </a:lnTo>
                  <a:lnTo>
                    <a:pt x="1023264" y="7162"/>
                  </a:lnTo>
                  <a:close/>
                </a:path>
                <a:path w="1043305" h="1100454">
                  <a:moveTo>
                    <a:pt x="1020914" y="11544"/>
                  </a:moveTo>
                  <a:lnTo>
                    <a:pt x="1017184" y="27437"/>
                  </a:lnTo>
                  <a:lnTo>
                    <a:pt x="1032852" y="22860"/>
                  </a:lnTo>
                  <a:lnTo>
                    <a:pt x="1020914" y="11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700783" y="3758183"/>
              <a:ext cx="1222247" cy="127711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741068" y="3780345"/>
              <a:ext cx="1043305" cy="1097915"/>
            </a:xfrm>
            <a:custGeom>
              <a:avLst/>
              <a:gdLst/>
              <a:ahLst/>
              <a:cxnLst/>
              <a:rect l="l" t="t" r="r" b="b"/>
              <a:pathLst>
                <a:path w="1043305" h="1097914">
                  <a:moveTo>
                    <a:pt x="943076" y="1048766"/>
                  </a:moveTo>
                  <a:lnTo>
                    <a:pt x="937793" y="1051674"/>
                  </a:lnTo>
                  <a:lnTo>
                    <a:pt x="934846" y="1061770"/>
                  </a:lnTo>
                  <a:lnTo>
                    <a:pt x="937755" y="1067054"/>
                  </a:lnTo>
                  <a:lnTo>
                    <a:pt x="1043190" y="1097737"/>
                  </a:lnTo>
                  <a:lnTo>
                    <a:pt x="1041502" y="1090574"/>
                  </a:lnTo>
                  <a:lnTo>
                    <a:pt x="1023251" y="1090574"/>
                  </a:lnTo>
                  <a:lnTo>
                    <a:pt x="998997" y="1065034"/>
                  </a:lnTo>
                  <a:lnTo>
                    <a:pt x="943076" y="1048766"/>
                  </a:lnTo>
                  <a:close/>
                </a:path>
                <a:path w="1043305" h="1097914">
                  <a:moveTo>
                    <a:pt x="998997" y="1065034"/>
                  </a:moveTo>
                  <a:lnTo>
                    <a:pt x="1023251" y="1090574"/>
                  </a:lnTo>
                  <a:lnTo>
                    <a:pt x="1027853" y="1086205"/>
                  </a:lnTo>
                  <a:lnTo>
                    <a:pt x="1020902" y="1086205"/>
                  </a:lnTo>
                  <a:lnTo>
                    <a:pt x="1017156" y="1070318"/>
                  </a:lnTo>
                  <a:lnTo>
                    <a:pt x="998997" y="1065034"/>
                  </a:lnTo>
                  <a:close/>
                </a:path>
                <a:path w="1043305" h="1097914">
                  <a:moveTo>
                    <a:pt x="1012863" y="987691"/>
                  </a:moveTo>
                  <a:lnTo>
                    <a:pt x="1002626" y="990104"/>
                  </a:lnTo>
                  <a:lnTo>
                    <a:pt x="999451" y="995222"/>
                  </a:lnTo>
                  <a:lnTo>
                    <a:pt x="1012819" y="1051920"/>
                  </a:lnTo>
                  <a:lnTo>
                    <a:pt x="1037069" y="1077455"/>
                  </a:lnTo>
                  <a:lnTo>
                    <a:pt x="1023251" y="1090574"/>
                  </a:lnTo>
                  <a:lnTo>
                    <a:pt x="1041502" y="1090574"/>
                  </a:lnTo>
                  <a:lnTo>
                    <a:pt x="1017993" y="990854"/>
                  </a:lnTo>
                  <a:lnTo>
                    <a:pt x="1012863" y="987691"/>
                  </a:lnTo>
                  <a:close/>
                </a:path>
                <a:path w="1043305" h="1097914">
                  <a:moveTo>
                    <a:pt x="1017156" y="1070318"/>
                  </a:moveTo>
                  <a:lnTo>
                    <a:pt x="1020902" y="1086205"/>
                  </a:lnTo>
                  <a:lnTo>
                    <a:pt x="1032827" y="1074877"/>
                  </a:lnTo>
                  <a:lnTo>
                    <a:pt x="1017156" y="1070318"/>
                  </a:lnTo>
                  <a:close/>
                </a:path>
                <a:path w="1043305" h="1097914">
                  <a:moveTo>
                    <a:pt x="1012819" y="1051920"/>
                  </a:moveTo>
                  <a:lnTo>
                    <a:pt x="1017156" y="1070318"/>
                  </a:lnTo>
                  <a:lnTo>
                    <a:pt x="1032827" y="1074877"/>
                  </a:lnTo>
                  <a:lnTo>
                    <a:pt x="1020902" y="1086205"/>
                  </a:lnTo>
                  <a:lnTo>
                    <a:pt x="1027853" y="1086205"/>
                  </a:lnTo>
                  <a:lnTo>
                    <a:pt x="1037069" y="1077455"/>
                  </a:lnTo>
                  <a:lnTo>
                    <a:pt x="1012819" y="1051920"/>
                  </a:lnTo>
                  <a:close/>
                </a:path>
                <a:path w="1043305" h="1097914">
                  <a:moveTo>
                    <a:pt x="13817" y="0"/>
                  </a:moveTo>
                  <a:lnTo>
                    <a:pt x="0" y="13119"/>
                  </a:lnTo>
                  <a:lnTo>
                    <a:pt x="998997" y="1065034"/>
                  </a:lnTo>
                  <a:lnTo>
                    <a:pt x="1017156" y="1070318"/>
                  </a:lnTo>
                  <a:lnTo>
                    <a:pt x="1012819" y="1051920"/>
                  </a:lnTo>
                  <a:lnTo>
                    <a:pt x="138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48911" y="2097023"/>
              <a:ext cx="768096" cy="771143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299521" y="2128987"/>
              <a:ext cx="665480" cy="669925"/>
            </a:xfrm>
            <a:custGeom>
              <a:avLst/>
              <a:gdLst/>
              <a:ahLst/>
              <a:cxnLst/>
              <a:rect l="l" t="t" r="r" b="b"/>
              <a:pathLst>
                <a:path w="665479" h="669925">
                  <a:moveTo>
                    <a:pt x="66502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665020" y="669635"/>
                  </a:lnTo>
                  <a:lnTo>
                    <a:pt x="665020" y="0"/>
                  </a:lnTo>
                  <a:close/>
                </a:path>
              </a:pathLst>
            </a:custGeom>
            <a:solidFill>
              <a:srgbClr val="C1E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99521" y="2128989"/>
              <a:ext cx="665480" cy="669925"/>
            </a:xfrm>
            <a:custGeom>
              <a:avLst/>
              <a:gdLst/>
              <a:ahLst/>
              <a:cxnLst/>
              <a:rect l="l" t="t" r="r" b="b"/>
              <a:pathLst>
                <a:path w="665479" h="669925">
                  <a:moveTo>
                    <a:pt x="0" y="0"/>
                  </a:moveTo>
                  <a:lnTo>
                    <a:pt x="665020" y="0"/>
                  </a:lnTo>
                  <a:lnTo>
                    <a:pt x="66502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70960" y="2346959"/>
              <a:ext cx="566927" cy="274320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911600" y="2408478"/>
              <a:ext cx="387985" cy="111125"/>
            </a:xfrm>
            <a:custGeom>
              <a:avLst/>
              <a:gdLst/>
              <a:ahLst/>
              <a:cxnLst/>
              <a:rect l="l" t="t" r="r" b="b"/>
              <a:pathLst>
                <a:path w="387985" h="111125">
                  <a:moveTo>
                    <a:pt x="350156" y="55321"/>
                  </a:moveTo>
                  <a:lnTo>
                    <a:pt x="283527" y="94195"/>
                  </a:lnTo>
                  <a:lnTo>
                    <a:pt x="281990" y="100025"/>
                  </a:lnTo>
                  <a:lnTo>
                    <a:pt x="287286" y="109118"/>
                  </a:lnTo>
                  <a:lnTo>
                    <a:pt x="293115" y="110655"/>
                  </a:lnTo>
                  <a:lnTo>
                    <a:pt x="371643" y="64846"/>
                  </a:lnTo>
                  <a:lnTo>
                    <a:pt x="369062" y="64846"/>
                  </a:lnTo>
                  <a:lnTo>
                    <a:pt x="369062" y="63550"/>
                  </a:lnTo>
                  <a:lnTo>
                    <a:pt x="364261" y="63550"/>
                  </a:lnTo>
                  <a:lnTo>
                    <a:pt x="350156" y="55321"/>
                  </a:lnTo>
                  <a:close/>
                </a:path>
                <a:path w="387985" h="111125">
                  <a:moveTo>
                    <a:pt x="333831" y="45796"/>
                  </a:moveTo>
                  <a:lnTo>
                    <a:pt x="0" y="45796"/>
                  </a:lnTo>
                  <a:lnTo>
                    <a:pt x="0" y="64846"/>
                  </a:lnTo>
                  <a:lnTo>
                    <a:pt x="333831" y="64846"/>
                  </a:lnTo>
                  <a:lnTo>
                    <a:pt x="350156" y="55321"/>
                  </a:lnTo>
                  <a:lnTo>
                    <a:pt x="333831" y="45796"/>
                  </a:lnTo>
                  <a:close/>
                </a:path>
                <a:path w="387985" h="111125">
                  <a:moveTo>
                    <a:pt x="371640" y="45796"/>
                  </a:moveTo>
                  <a:lnTo>
                    <a:pt x="369062" y="45796"/>
                  </a:lnTo>
                  <a:lnTo>
                    <a:pt x="369062" y="64846"/>
                  </a:lnTo>
                  <a:lnTo>
                    <a:pt x="371643" y="64846"/>
                  </a:lnTo>
                  <a:lnTo>
                    <a:pt x="387972" y="55321"/>
                  </a:lnTo>
                  <a:lnTo>
                    <a:pt x="371640" y="45796"/>
                  </a:lnTo>
                  <a:close/>
                </a:path>
                <a:path w="387985" h="111125">
                  <a:moveTo>
                    <a:pt x="364261" y="47091"/>
                  </a:moveTo>
                  <a:lnTo>
                    <a:pt x="350156" y="55321"/>
                  </a:lnTo>
                  <a:lnTo>
                    <a:pt x="364261" y="63550"/>
                  </a:lnTo>
                  <a:lnTo>
                    <a:pt x="364261" y="47091"/>
                  </a:lnTo>
                  <a:close/>
                </a:path>
                <a:path w="387985" h="111125">
                  <a:moveTo>
                    <a:pt x="369062" y="47091"/>
                  </a:moveTo>
                  <a:lnTo>
                    <a:pt x="364261" y="47091"/>
                  </a:lnTo>
                  <a:lnTo>
                    <a:pt x="364261" y="63550"/>
                  </a:lnTo>
                  <a:lnTo>
                    <a:pt x="369062" y="63550"/>
                  </a:lnTo>
                  <a:lnTo>
                    <a:pt x="369062" y="47091"/>
                  </a:lnTo>
                  <a:close/>
                </a:path>
                <a:path w="387985" h="111125">
                  <a:moveTo>
                    <a:pt x="293115" y="0"/>
                  </a:moveTo>
                  <a:lnTo>
                    <a:pt x="287286" y="1524"/>
                  </a:lnTo>
                  <a:lnTo>
                    <a:pt x="281990" y="10617"/>
                  </a:lnTo>
                  <a:lnTo>
                    <a:pt x="283527" y="16446"/>
                  </a:lnTo>
                  <a:lnTo>
                    <a:pt x="350156" y="55321"/>
                  </a:lnTo>
                  <a:lnTo>
                    <a:pt x="364261" y="47091"/>
                  </a:lnTo>
                  <a:lnTo>
                    <a:pt x="369062" y="47091"/>
                  </a:lnTo>
                  <a:lnTo>
                    <a:pt x="369062" y="45796"/>
                  </a:lnTo>
                  <a:lnTo>
                    <a:pt x="371640" y="45796"/>
                  </a:lnTo>
                  <a:lnTo>
                    <a:pt x="293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248911" y="3447287"/>
              <a:ext cx="768096" cy="77114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299521" y="3477485"/>
              <a:ext cx="665480" cy="669925"/>
            </a:xfrm>
            <a:custGeom>
              <a:avLst/>
              <a:gdLst/>
              <a:ahLst/>
              <a:cxnLst/>
              <a:rect l="l" t="t" r="r" b="b"/>
              <a:pathLst>
                <a:path w="665479" h="669925">
                  <a:moveTo>
                    <a:pt x="66502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665020" y="669635"/>
                  </a:lnTo>
                  <a:lnTo>
                    <a:pt x="665020" y="0"/>
                  </a:lnTo>
                  <a:close/>
                </a:path>
              </a:pathLst>
            </a:custGeom>
            <a:solidFill>
              <a:srgbClr val="C1E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299521" y="3477488"/>
              <a:ext cx="665480" cy="669925"/>
            </a:xfrm>
            <a:custGeom>
              <a:avLst/>
              <a:gdLst/>
              <a:ahLst/>
              <a:cxnLst/>
              <a:rect l="l" t="t" r="r" b="b"/>
              <a:pathLst>
                <a:path w="665479" h="669925">
                  <a:moveTo>
                    <a:pt x="0" y="0"/>
                  </a:moveTo>
                  <a:lnTo>
                    <a:pt x="665020" y="0"/>
                  </a:lnTo>
                  <a:lnTo>
                    <a:pt x="66502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870960" y="3694175"/>
              <a:ext cx="566927" cy="27431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911600" y="3756977"/>
              <a:ext cx="387985" cy="111125"/>
            </a:xfrm>
            <a:custGeom>
              <a:avLst/>
              <a:gdLst/>
              <a:ahLst/>
              <a:cxnLst/>
              <a:rect l="l" t="t" r="r" b="b"/>
              <a:pathLst>
                <a:path w="387985" h="111125">
                  <a:moveTo>
                    <a:pt x="350156" y="55333"/>
                  </a:moveTo>
                  <a:lnTo>
                    <a:pt x="283527" y="94208"/>
                  </a:lnTo>
                  <a:lnTo>
                    <a:pt x="281990" y="100037"/>
                  </a:lnTo>
                  <a:lnTo>
                    <a:pt x="287286" y="109118"/>
                  </a:lnTo>
                  <a:lnTo>
                    <a:pt x="293115" y="110655"/>
                  </a:lnTo>
                  <a:lnTo>
                    <a:pt x="371643" y="64858"/>
                  </a:lnTo>
                  <a:lnTo>
                    <a:pt x="369062" y="64858"/>
                  </a:lnTo>
                  <a:lnTo>
                    <a:pt x="369062" y="63563"/>
                  </a:lnTo>
                  <a:lnTo>
                    <a:pt x="364261" y="63563"/>
                  </a:lnTo>
                  <a:lnTo>
                    <a:pt x="350156" y="55333"/>
                  </a:lnTo>
                  <a:close/>
                </a:path>
                <a:path w="387985" h="111125">
                  <a:moveTo>
                    <a:pt x="333831" y="45808"/>
                  </a:moveTo>
                  <a:lnTo>
                    <a:pt x="0" y="45808"/>
                  </a:lnTo>
                  <a:lnTo>
                    <a:pt x="0" y="64858"/>
                  </a:lnTo>
                  <a:lnTo>
                    <a:pt x="333831" y="64858"/>
                  </a:lnTo>
                  <a:lnTo>
                    <a:pt x="350156" y="55333"/>
                  </a:lnTo>
                  <a:lnTo>
                    <a:pt x="333831" y="45808"/>
                  </a:lnTo>
                  <a:close/>
                </a:path>
                <a:path w="387985" h="111125">
                  <a:moveTo>
                    <a:pt x="371644" y="45808"/>
                  </a:moveTo>
                  <a:lnTo>
                    <a:pt x="369062" y="45808"/>
                  </a:lnTo>
                  <a:lnTo>
                    <a:pt x="369062" y="64858"/>
                  </a:lnTo>
                  <a:lnTo>
                    <a:pt x="371643" y="64858"/>
                  </a:lnTo>
                  <a:lnTo>
                    <a:pt x="387972" y="55333"/>
                  </a:lnTo>
                  <a:lnTo>
                    <a:pt x="371644" y="45808"/>
                  </a:lnTo>
                  <a:close/>
                </a:path>
                <a:path w="387985" h="111125">
                  <a:moveTo>
                    <a:pt x="364261" y="47104"/>
                  </a:moveTo>
                  <a:lnTo>
                    <a:pt x="350156" y="55333"/>
                  </a:lnTo>
                  <a:lnTo>
                    <a:pt x="364261" y="63563"/>
                  </a:lnTo>
                  <a:lnTo>
                    <a:pt x="364261" y="47104"/>
                  </a:lnTo>
                  <a:close/>
                </a:path>
                <a:path w="387985" h="111125">
                  <a:moveTo>
                    <a:pt x="369062" y="47104"/>
                  </a:moveTo>
                  <a:lnTo>
                    <a:pt x="364261" y="47104"/>
                  </a:lnTo>
                  <a:lnTo>
                    <a:pt x="364261" y="63563"/>
                  </a:lnTo>
                  <a:lnTo>
                    <a:pt x="369062" y="63563"/>
                  </a:lnTo>
                  <a:lnTo>
                    <a:pt x="369062" y="47104"/>
                  </a:lnTo>
                  <a:close/>
                </a:path>
                <a:path w="387985" h="111125">
                  <a:moveTo>
                    <a:pt x="293115" y="0"/>
                  </a:moveTo>
                  <a:lnTo>
                    <a:pt x="287286" y="1536"/>
                  </a:lnTo>
                  <a:lnTo>
                    <a:pt x="281990" y="10629"/>
                  </a:lnTo>
                  <a:lnTo>
                    <a:pt x="283527" y="16459"/>
                  </a:lnTo>
                  <a:lnTo>
                    <a:pt x="350156" y="55333"/>
                  </a:lnTo>
                  <a:lnTo>
                    <a:pt x="364261" y="47104"/>
                  </a:lnTo>
                  <a:lnTo>
                    <a:pt x="369062" y="47104"/>
                  </a:lnTo>
                  <a:lnTo>
                    <a:pt x="369062" y="45808"/>
                  </a:lnTo>
                  <a:lnTo>
                    <a:pt x="371644" y="45808"/>
                  </a:lnTo>
                  <a:lnTo>
                    <a:pt x="293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248911" y="4733544"/>
              <a:ext cx="768096" cy="771144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299521" y="4763653"/>
              <a:ext cx="665480" cy="669925"/>
            </a:xfrm>
            <a:custGeom>
              <a:avLst/>
              <a:gdLst/>
              <a:ahLst/>
              <a:cxnLst/>
              <a:rect l="l" t="t" r="r" b="b"/>
              <a:pathLst>
                <a:path w="665479" h="669925">
                  <a:moveTo>
                    <a:pt x="665020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665020" y="669635"/>
                  </a:lnTo>
                  <a:lnTo>
                    <a:pt x="665020" y="0"/>
                  </a:lnTo>
                  <a:close/>
                </a:path>
              </a:pathLst>
            </a:custGeom>
            <a:solidFill>
              <a:srgbClr val="C1E5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299521" y="4763655"/>
              <a:ext cx="665480" cy="669925"/>
            </a:xfrm>
            <a:custGeom>
              <a:avLst/>
              <a:gdLst/>
              <a:ahLst/>
              <a:cxnLst/>
              <a:rect l="l" t="t" r="r" b="b"/>
              <a:pathLst>
                <a:path w="665479" h="669925">
                  <a:moveTo>
                    <a:pt x="0" y="0"/>
                  </a:moveTo>
                  <a:lnTo>
                    <a:pt x="665020" y="0"/>
                  </a:lnTo>
                  <a:lnTo>
                    <a:pt x="66502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70960" y="4980431"/>
              <a:ext cx="566927" cy="274320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911600" y="5043144"/>
              <a:ext cx="387985" cy="111125"/>
            </a:xfrm>
            <a:custGeom>
              <a:avLst/>
              <a:gdLst/>
              <a:ahLst/>
              <a:cxnLst/>
              <a:rect l="l" t="t" r="r" b="b"/>
              <a:pathLst>
                <a:path w="387985" h="111125">
                  <a:moveTo>
                    <a:pt x="371640" y="45796"/>
                  </a:moveTo>
                  <a:lnTo>
                    <a:pt x="369062" y="45796"/>
                  </a:lnTo>
                  <a:lnTo>
                    <a:pt x="369062" y="64846"/>
                  </a:lnTo>
                  <a:lnTo>
                    <a:pt x="333822" y="64858"/>
                  </a:lnTo>
                  <a:lnTo>
                    <a:pt x="283527" y="94195"/>
                  </a:lnTo>
                  <a:lnTo>
                    <a:pt x="281990" y="100025"/>
                  </a:lnTo>
                  <a:lnTo>
                    <a:pt x="287286" y="109118"/>
                  </a:lnTo>
                  <a:lnTo>
                    <a:pt x="293115" y="110655"/>
                  </a:lnTo>
                  <a:lnTo>
                    <a:pt x="387972" y="55321"/>
                  </a:lnTo>
                  <a:lnTo>
                    <a:pt x="371640" y="45796"/>
                  </a:lnTo>
                  <a:close/>
                </a:path>
                <a:path w="387985" h="111125">
                  <a:moveTo>
                    <a:pt x="333824" y="45797"/>
                  </a:moveTo>
                  <a:lnTo>
                    <a:pt x="0" y="45808"/>
                  </a:lnTo>
                  <a:lnTo>
                    <a:pt x="0" y="64858"/>
                  </a:lnTo>
                  <a:lnTo>
                    <a:pt x="333844" y="64846"/>
                  </a:lnTo>
                  <a:lnTo>
                    <a:pt x="350163" y="55327"/>
                  </a:lnTo>
                  <a:lnTo>
                    <a:pt x="333824" y="45797"/>
                  </a:lnTo>
                  <a:close/>
                </a:path>
                <a:path w="387985" h="111125">
                  <a:moveTo>
                    <a:pt x="350163" y="55327"/>
                  </a:moveTo>
                  <a:lnTo>
                    <a:pt x="333842" y="64847"/>
                  </a:lnTo>
                  <a:lnTo>
                    <a:pt x="369062" y="64846"/>
                  </a:lnTo>
                  <a:lnTo>
                    <a:pt x="369062" y="63550"/>
                  </a:lnTo>
                  <a:lnTo>
                    <a:pt x="364261" y="63550"/>
                  </a:lnTo>
                  <a:lnTo>
                    <a:pt x="350163" y="55327"/>
                  </a:lnTo>
                  <a:close/>
                </a:path>
                <a:path w="387985" h="111125">
                  <a:moveTo>
                    <a:pt x="364261" y="47104"/>
                  </a:moveTo>
                  <a:lnTo>
                    <a:pt x="350163" y="55327"/>
                  </a:lnTo>
                  <a:lnTo>
                    <a:pt x="364261" y="63550"/>
                  </a:lnTo>
                  <a:lnTo>
                    <a:pt x="364261" y="47104"/>
                  </a:lnTo>
                  <a:close/>
                </a:path>
                <a:path w="387985" h="111125">
                  <a:moveTo>
                    <a:pt x="369062" y="47104"/>
                  </a:moveTo>
                  <a:lnTo>
                    <a:pt x="364261" y="47104"/>
                  </a:lnTo>
                  <a:lnTo>
                    <a:pt x="364261" y="63550"/>
                  </a:lnTo>
                  <a:lnTo>
                    <a:pt x="369062" y="63550"/>
                  </a:lnTo>
                  <a:lnTo>
                    <a:pt x="369062" y="47104"/>
                  </a:lnTo>
                  <a:close/>
                </a:path>
                <a:path w="387985" h="111125">
                  <a:moveTo>
                    <a:pt x="369062" y="45796"/>
                  </a:moveTo>
                  <a:lnTo>
                    <a:pt x="333824" y="45797"/>
                  </a:lnTo>
                  <a:lnTo>
                    <a:pt x="350174" y="55321"/>
                  </a:lnTo>
                  <a:lnTo>
                    <a:pt x="364261" y="47104"/>
                  </a:lnTo>
                  <a:lnTo>
                    <a:pt x="369062" y="47104"/>
                  </a:lnTo>
                  <a:lnTo>
                    <a:pt x="369062" y="45796"/>
                  </a:lnTo>
                  <a:close/>
                </a:path>
                <a:path w="387985" h="111125">
                  <a:moveTo>
                    <a:pt x="293115" y="0"/>
                  </a:moveTo>
                  <a:lnTo>
                    <a:pt x="287286" y="1536"/>
                  </a:lnTo>
                  <a:lnTo>
                    <a:pt x="281990" y="10617"/>
                  </a:lnTo>
                  <a:lnTo>
                    <a:pt x="283527" y="16459"/>
                  </a:lnTo>
                  <a:lnTo>
                    <a:pt x="333824" y="45797"/>
                  </a:lnTo>
                  <a:lnTo>
                    <a:pt x="371640" y="45796"/>
                  </a:lnTo>
                  <a:lnTo>
                    <a:pt x="293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693663" y="2703575"/>
              <a:ext cx="1423415" cy="72542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894831" y="2718815"/>
              <a:ext cx="1021080" cy="762000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745022" y="2733967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660400" y="0"/>
                  </a:moveTo>
                  <a:lnTo>
                    <a:pt x="596798" y="1426"/>
                  </a:lnTo>
                  <a:lnTo>
                    <a:pt x="534907" y="5620"/>
                  </a:lnTo>
                  <a:lnTo>
                    <a:pt x="475004" y="12450"/>
                  </a:lnTo>
                  <a:lnTo>
                    <a:pt x="417365" y="21786"/>
                  </a:lnTo>
                  <a:lnTo>
                    <a:pt x="362266" y="33496"/>
                  </a:lnTo>
                  <a:lnTo>
                    <a:pt x="309985" y="47451"/>
                  </a:lnTo>
                  <a:lnTo>
                    <a:pt x="260798" y="63520"/>
                  </a:lnTo>
                  <a:lnTo>
                    <a:pt x="214983" y="81571"/>
                  </a:lnTo>
                  <a:lnTo>
                    <a:pt x="172815" y="101475"/>
                  </a:lnTo>
                  <a:lnTo>
                    <a:pt x="134571" y="123101"/>
                  </a:lnTo>
                  <a:lnTo>
                    <a:pt x="100529" y="146318"/>
                  </a:lnTo>
                  <a:lnTo>
                    <a:pt x="70965" y="170996"/>
                  </a:lnTo>
                  <a:lnTo>
                    <a:pt x="26377" y="224210"/>
                  </a:lnTo>
                  <a:lnTo>
                    <a:pt x="3023" y="281700"/>
                  </a:lnTo>
                  <a:lnTo>
                    <a:pt x="0" y="311721"/>
                  </a:lnTo>
                  <a:lnTo>
                    <a:pt x="3023" y="341744"/>
                  </a:lnTo>
                  <a:lnTo>
                    <a:pt x="26377" y="399237"/>
                  </a:lnTo>
                  <a:lnTo>
                    <a:pt x="70965" y="452454"/>
                  </a:lnTo>
                  <a:lnTo>
                    <a:pt x="100529" y="477133"/>
                  </a:lnTo>
                  <a:lnTo>
                    <a:pt x="134571" y="500351"/>
                  </a:lnTo>
                  <a:lnTo>
                    <a:pt x="172815" y="521978"/>
                  </a:lnTo>
                  <a:lnTo>
                    <a:pt x="214983" y="541882"/>
                  </a:lnTo>
                  <a:lnTo>
                    <a:pt x="260798" y="559934"/>
                  </a:lnTo>
                  <a:lnTo>
                    <a:pt x="309985" y="576003"/>
                  </a:lnTo>
                  <a:lnTo>
                    <a:pt x="362266" y="589958"/>
                  </a:lnTo>
                  <a:lnTo>
                    <a:pt x="417365" y="601669"/>
                  </a:lnTo>
                  <a:lnTo>
                    <a:pt x="475004" y="611004"/>
                  </a:lnTo>
                  <a:lnTo>
                    <a:pt x="534907" y="617834"/>
                  </a:lnTo>
                  <a:lnTo>
                    <a:pt x="596798" y="622028"/>
                  </a:lnTo>
                  <a:lnTo>
                    <a:pt x="660400" y="623455"/>
                  </a:lnTo>
                  <a:lnTo>
                    <a:pt x="723999" y="622028"/>
                  </a:lnTo>
                  <a:lnTo>
                    <a:pt x="785888" y="617834"/>
                  </a:lnTo>
                  <a:lnTo>
                    <a:pt x="845790" y="611004"/>
                  </a:lnTo>
                  <a:lnTo>
                    <a:pt x="903429" y="601669"/>
                  </a:lnTo>
                  <a:lnTo>
                    <a:pt x="958527" y="589958"/>
                  </a:lnTo>
                  <a:lnTo>
                    <a:pt x="1010808" y="576003"/>
                  </a:lnTo>
                  <a:lnTo>
                    <a:pt x="1059995" y="559934"/>
                  </a:lnTo>
                  <a:lnTo>
                    <a:pt x="1105811" y="541882"/>
                  </a:lnTo>
                  <a:lnTo>
                    <a:pt x="1147980" y="521978"/>
                  </a:lnTo>
                  <a:lnTo>
                    <a:pt x="1186224" y="500351"/>
                  </a:lnTo>
                  <a:lnTo>
                    <a:pt x="1220267" y="477133"/>
                  </a:lnTo>
                  <a:lnTo>
                    <a:pt x="1249832" y="452454"/>
                  </a:lnTo>
                  <a:lnTo>
                    <a:pt x="1294421" y="399237"/>
                  </a:lnTo>
                  <a:lnTo>
                    <a:pt x="1317776" y="341744"/>
                  </a:lnTo>
                  <a:lnTo>
                    <a:pt x="1320800" y="311721"/>
                  </a:lnTo>
                  <a:lnTo>
                    <a:pt x="1317776" y="281700"/>
                  </a:lnTo>
                  <a:lnTo>
                    <a:pt x="1294421" y="224210"/>
                  </a:lnTo>
                  <a:lnTo>
                    <a:pt x="1249832" y="170996"/>
                  </a:lnTo>
                  <a:lnTo>
                    <a:pt x="1220267" y="146318"/>
                  </a:lnTo>
                  <a:lnTo>
                    <a:pt x="1186224" y="123101"/>
                  </a:lnTo>
                  <a:lnTo>
                    <a:pt x="1147980" y="101475"/>
                  </a:lnTo>
                  <a:lnTo>
                    <a:pt x="1105811" y="81571"/>
                  </a:lnTo>
                  <a:lnTo>
                    <a:pt x="1059995" y="63520"/>
                  </a:lnTo>
                  <a:lnTo>
                    <a:pt x="1010808" y="47451"/>
                  </a:lnTo>
                  <a:lnTo>
                    <a:pt x="958527" y="33496"/>
                  </a:lnTo>
                  <a:lnTo>
                    <a:pt x="903429" y="21786"/>
                  </a:lnTo>
                  <a:lnTo>
                    <a:pt x="845790" y="12450"/>
                  </a:lnTo>
                  <a:lnTo>
                    <a:pt x="785888" y="5620"/>
                  </a:lnTo>
                  <a:lnTo>
                    <a:pt x="723999" y="1426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E26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745022" y="2733967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0" y="311727"/>
                  </a:moveTo>
                  <a:lnTo>
                    <a:pt x="11908" y="252491"/>
                  </a:lnTo>
                  <a:lnTo>
                    <a:pt x="46156" y="197008"/>
                  </a:lnTo>
                  <a:lnTo>
                    <a:pt x="100529" y="146322"/>
                  </a:lnTo>
                  <a:lnTo>
                    <a:pt x="134572" y="123104"/>
                  </a:lnTo>
                  <a:lnTo>
                    <a:pt x="172815" y="101478"/>
                  </a:lnTo>
                  <a:lnTo>
                    <a:pt x="214984" y="81573"/>
                  </a:lnTo>
                  <a:lnTo>
                    <a:pt x="260799" y="63521"/>
                  </a:lnTo>
                  <a:lnTo>
                    <a:pt x="309986" y="47452"/>
                  </a:lnTo>
                  <a:lnTo>
                    <a:pt x="362267" y="33497"/>
                  </a:lnTo>
                  <a:lnTo>
                    <a:pt x="417366" y="21786"/>
                  </a:lnTo>
                  <a:lnTo>
                    <a:pt x="475005" y="12451"/>
                  </a:lnTo>
                  <a:lnTo>
                    <a:pt x="534908" y="5620"/>
                  </a:lnTo>
                  <a:lnTo>
                    <a:pt x="596799" y="1426"/>
                  </a:lnTo>
                  <a:lnTo>
                    <a:pt x="660400" y="0"/>
                  </a:lnTo>
                  <a:lnTo>
                    <a:pt x="724001" y="1426"/>
                  </a:lnTo>
                  <a:lnTo>
                    <a:pt x="785892" y="5620"/>
                  </a:lnTo>
                  <a:lnTo>
                    <a:pt x="845795" y="12451"/>
                  </a:lnTo>
                  <a:lnTo>
                    <a:pt x="903434" y="21786"/>
                  </a:lnTo>
                  <a:lnTo>
                    <a:pt x="958533" y="33497"/>
                  </a:lnTo>
                  <a:lnTo>
                    <a:pt x="1010814" y="47452"/>
                  </a:lnTo>
                  <a:lnTo>
                    <a:pt x="1060001" y="63521"/>
                  </a:lnTo>
                  <a:lnTo>
                    <a:pt x="1105817" y="81573"/>
                  </a:lnTo>
                  <a:lnTo>
                    <a:pt x="1147985" y="101478"/>
                  </a:lnTo>
                  <a:lnTo>
                    <a:pt x="1186228" y="123104"/>
                  </a:lnTo>
                  <a:lnTo>
                    <a:pt x="1220271" y="146322"/>
                  </a:lnTo>
                  <a:lnTo>
                    <a:pt x="1249835" y="171000"/>
                  </a:lnTo>
                  <a:lnTo>
                    <a:pt x="1294422" y="224215"/>
                  </a:lnTo>
                  <a:lnTo>
                    <a:pt x="1317777" y="281705"/>
                  </a:lnTo>
                  <a:lnTo>
                    <a:pt x="1320800" y="311727"/>
                  </a:lnTo>
                  <a:lnTo>
                    <a:pt x="1317777" y="341748"/>
                  </a:lnTo>
                  <a:lnTo>
                    <a:pt x="1294422" y="399239"/>
                  </a:lnTo>
                  <a:lnTo>
                    <a:pt x="1249835" y="452454"/>
                  </a:lnTo>
                  <a:lnTo>
                    <a:pt x="1220271" y="477132"/>
                  </a:lnTo>
                  <a:lnTo>
                    <a:pt x="1186228" y="500350"/>
                  </a:lnTo>
                  <a:lnTo>
                    <a:pt x="1147985" y="521976"/>
                  </a:lnTo>
                  <a:lnTo>
                    <a:pt x="1105817" y="541881"/>
                  </a:lnTo>
                  <a:lnTo>
                    <a:pt x="1060001" y="559933"/>
                  </a:lnTo>
                  <a:lnTo>
                    <a:pt x="1010814" y="576002"/>
                  </a:lnTo>
                  <a:lnTo>
                    <a:pt x="958533" y="589957"/>
                  </a:lnTo>
                  <a:lnTo>
                    <a:pt x="903434" y="601668"/>
                  </a:lnTo>
                  <a:lnTo>
                    <a:pt x="845795" y="611004"/>
                  </a:lnTo>
                  <a:lnTo>
                    <a:pt x="785892" y="617834"/>
                  </a:lnTo>
                  <a:lnTo>
                    <a:pt x="724001" y="622028"/>
                  </a:lnTo>
                  <a:lnTo>
                    <a:pt x="660400" y="623455"/>
                  </a:lnTo>
                  <a:lnTo>
                    <a:pt x="596799" y="622028"/>
                  </a:lnTo>
                  <a:lnTo>
                    <a:pt x="534908" y="617834"/>
                  </a:lnTo>
                  <a:lnTo>
                    <a:pt x="475005" y="611004"/>
                  </a:lnTo>
                  <a:lnTo>
                    <a:pt x="417366" y="601668"/>
                  </a:lnTo>
                  <a:lnTo>
                    <a:pt x="362267" y="589957"/>
                  </a:lnTo>
                  <a:lnTo>
                    <a:pt x="309986" y="576002"/>
                  </a:lnTo>
                  <a:lnTo>
                    <a:pt x="260799" y="559933"/>
                  </a:lnTo>
                  <a:lnTo>
                    <a:pt x="214984" y="541881"/>
                  </a:lnTo>
                  <a:lnTo>
                    <a:pt x="172815" y="521976"/>
                  </a:lnTo>
                  <a:lnTo>
                    <a:pt x="134572" y="500350"/>
                  </a:lnTo>
                  <a:lnTo>
                    <a:pt x="100529" y="477132"/>
                  </a:lnTo>
                  <a:lnTo>
                    <a:pt x="70965" y="452454"/>
                  </a:lnTo>
                  <a:lnTo>
                    <a:pt x="26377" y="399239"/>
                  </a:lnTo>
                  <a:lnTo>
                    <a:pt x="3023" y="341748"/>
                  </a:lnTo>
                  <a:lnTo>
                    <a:pt x="0" y="3117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6043474" y="3028583"/>
            <a:ext cx="724535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7150" marR="5080" indent="-44450">
              <a:lnSpc>
                <a:spcPts val="1900"/>
              </a:lnSpc>
              <a:spcBef>
                <a:spcPts val="18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edu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ce 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worker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5693664" y="4408820"/>
            <a:ext cx="1423670" cy="777240"/>
            <a:chOff x="5693664" y="4169664"/>
            <a:chExt cx="1423670" cy="777240"/>
          </a:xfrm>
        </p:grpSpPr>
        <p:sp>
          <p:nvSpPr>
            <p:cNvPr id="94" name="object 94"/>
            <p:cNvSpPr/>
            <p:nvPr/>
          </p:nvSpPr>
          <p:spPr>
            <a:xfrm>
              <a:off x="5693664" y="4169664"/>
              <a:ext cx="1423415" cy="72542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894832" y="4184904"/>
              <a:ext cx="1021080" cy="762000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745022" y="4200232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660400" y="0"/>
                  </a:moveTo>
                  <a:lnTo>
                    <a:pt x="596798" y="1427"/>
                  </a:lnTo>
                  <a:lnTo>
                    <a:pt x="534907" y="5621"/>
                  </a:lnTo>
                  <a:lnTo>
                    <a:pt x="475004" y="12451"/>
                  </a:lnTo>
                  <a:lnTo>
                    <a:pt x="417365" y="21788"/>
                  </a:lnTo>
                  <a:lnTo>
                    <a:pt x="362266" y="33499"/>
                  </a:lnTo>
                  <a:lnTo>
                    <a:pt x="309985" y="47455"/>
                  </a:lnTo>
                  <a:lnTo>
                    <a:pt x="260798" y="63524"/>
                  </a:lnTo>
                  <a:lnTo>
                    <a:pt x="214983" y="81577"/>
                  </a:lnTo>
                  <a:lnTo>
                    <a:pt x="172815" y="101482"/>
                  </a:lnTo>
                  <a:lnTo>
                    <a:pt x="134571" y="123109"/>
                  </a:lnTo>
                  <a:lnTo>
                    <a:pt x="100529" y="146327"/>
                  </a:lnTo>
                  <a:lnTo>
                    <a:pt x="70965" y="171006"/>
                  </a:lnTo>
                  <a:lnTo>
                    <a:pt x="26377" y="224222"/>
                  </a:lnTo>
                  <a:lnTo>
                    <a:pt x="3023" y="281712"/>
                  </a:lnTo>
                  <a:lnTo>
                    <a:pt x="0" y="311734"/>
                  </a:lnTo>
                  <a:lnTo>
                    <a:pt x="3023" y="341755"/>
                  </a:lnTo>
                  <a:lnTo>
                    <a:pt x="26377" y="399244"/>
                  </a:lnTo>
                  <a:lnTo>
                    <a:pt x="70965" y="452459"/>
                  </a:lnTo>
                  <a:lnTo>
                    <a:pt x="100529" y="477137"/>
                  </a:lnTo>
                  <a:lnTo>
                    <a:pt x="134571" y="500354"/>
                  </a:lnTo>
                  <a:lnTo>
                    <a:pt x="172815" y="521979"/>
                  </a:lnTo>
                  <a:lnTo>
                    <a:pt x="214983" y="541884"/>
                  </a:lnTo>
                  <a:lnTo>
                    <a:pt x="260798" y="559935"/>
                  </a:lnTo>
                  <a:lnTo>
                    <a:pt x="309985" y="576004"/>
                  </a:lnTo>
                  <a:lnTo>
                    <a:pt x="362266" y="589958"/>
                  </a:lnTo>
                  <a:lnTo>
                    <a:pt x="417365" y="601669"/>
                  </a:lnTo>
                  <a:lnTo>
                    <a:pt x="475004" y="611005"/>
                  </a:lnTo>
                  <a:lnTo>
                    <a:pt x="534907" y="617834"/>
                  </a:lnTo>
                  <a:lnTo>
                    <a:pt x="596798" y="622028"/>
                  </a:lnTo>
                  <a:lnTo>
                    <a:pt x="660400" y="623455"/>
                  </a:lnTo>
                  <a:lnTo>
                    <a:pt x="723999" y="622028"/>
                  </a:lnTo>
                  <a:lnTo>
                    <a:pt x="785888" y="617834"/>
                  </a:lnTo>
                  <a:lnTo>
                    <a:pt x="845790" y="611005"/>
                  </a:lnTo>
                  <a:lnTo>
                    <a:pt x="903429" y="601669"/>
                  </a:lnTo>
                  <a:lnTo>
                    <a:pt x="958527" y="589958"/>
                  </a:lnTo>
                  <a:lnTo>
                    <a:pt x="1010808" y="576004"/>
                  </a:lnTo>
                  <a:lnTo>
                    <a:pt x="1059995" y="559935"/>
                  </a:lnTo>
                  <a:lnTo>
                    <a:pt x="1105811" y="541884"/>
                  </a:lnTo>
                  <a:lnTo>
                    <a:pt x="1147980" y="521979"/>
                  </a:lnTo>
                  <a:lnTo>
                    <a:pt x="1186224" y="500354"/>
                  </a:lnTo>
                  <a:lnTo>
                    <a:pt x="1220267" y="477137"/>
                  </a:lnTo>
                  <a:lnTo>
                    <a:pt x="1249832" y="452459"/>
                  </a:lnTo>
                  <a:lnTo>
                    <a:pt x="1294421" y="399244"/>
                  </a:lnTo>
                  <a:lnTo>
                    <a:pt x="1317776" y="341755"/>
                  </a:lnTo>
                  <a:lnTo>
                    <a:pt x="1320800" y="311734"/>
                  </a:lnTo>
                  <a:lnTo>
                    <a:pt x="1317776" y="281712"/>
                  </a:lnTo>
                  <a:lnTo>
                    <a:pt x="1294421" y="224222"/>
                  </a:lnTo>
                  <a:lnTo>
                    <a:pt x="1249832" y="171006"/>
                  </a:lnTo>
                  <a:lnTo>
                    <a:pt x="1220267" y="146327"/>
                  </a:lnTo>
                  <a:lnTo>
                    <a:pt x="1186224" y="123109"/>
                  </a:lnTo>
                  <a:lnTo>
                    <a:pt x="1147980" y="101482"/>
                  </a:lnTo>
                  <a:lnTo>
                    <a:pt x="1105811" y="81577"/>
                  </a:lnTo>
                  <a:lnTo>
                    <a:pt x="1059995" y="63524"/>
                  </a:lnTo>
                  <a:lnTo>
                    <a:pt x="1010808" y="47455"/>
                  </a:lnTo>
                  <a:lnTo>
                    <a:pt x="958527" y="33499"/>
                  </a:lnTo>
                  <a:lnTo>
                    <a:pt x="903429" y="21788"/>
                  </a:lnTo>
                  <a:lnTo>
                    <a:pt x="845790" y="12451"/>
                  </a:lnTo>
                  <a:lnTo>
                    <a:pt x="785888" y="5621"/>
                  </a:lnTo>
                  <a:lnTo>
                    <a:pt x="723999" y="1427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E26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745022" y="4200232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70">
                  <a:moveTo>
                    <a:pt x="0" y="311727"/>
                  </a:moveTo>
                  <a:lnTo>
                    <a:pt x="11908" y="252491"/>
                  </a:lnTo>
                  <a:lnTo>
                    <a:pt x="46156" y="197008"/>
                  </a:lnTo>
                  <a:lnTo>
                    <a:pt x="100529" y="146322"/>
                  </a:lnTo>
                  <a:lnTo>
                    <a:pt x="134572" y="123104"/>
                  </a:lnTo>
                  <a:lnTo>
                    <a:pt x="172815" y="101478"/>
                  </a:lnTo>
                  <a:lnTo>
                    <a:pt x="214984" y="81573"/>
                  </a:lnTo>
                  <a:lnTo>
                    <a:pt x="260799" y="63521"/>
                  </a:lnTo>
                  <a:lnTo>
                    <a:pt x="309986" y="47452"/>
                  </a:lnTo>
                  <a:lnTo>
                    <a:pt x="362267" y="33497"/>
                  </a:lnTo>
                  <a:lnTo>
                    <a:pt x="417366" y="21786"/>
                  </a:lnTo>
                  <a:lnTo>
                    <a:pt x="475005" y="12451"/>
                  </a:lnTo>
                  <a:lnTo>
                    <a:pt x="534908" y="5620"/>
                  </a:lnTo>
                  <a:lnTo>
                    <a:pt x="596799" y="1426"/>
                  </a:lnTo>
                  <a:lnTo>
                    <a:pt x="660400" y="0"/>
                  </a:lnTo>
                  <a:lnTo>
                    <a:pt x="724001" y="1426"/>
                  </a:lnTo>
                  <a:lnTo>
                    <a:pt x="785892" y="5620"/>
                  </a:lnTo>
                  <a:lnTo>
                    <a:pt x="845795" y="12451"/>
                  </a:lnTo>
                  <a:lnTo>
                    <a:pt x="903434" y="21786"/>
                  </a:lnTo>
                  <a:lnTo>
                    <a:pt x="958533" y="33497"/>
                  </a:lnTo>
                  <a:lnTo>
                    <a:pt x="1010814" y="47452"/>
                  </a:lnTo>
                  <a:lnTo>
                    <a:pt x="1060001" y="63521"/>
                  </a:lnTo>
                  <a:lnTo>
                    <a:pt x="1105817" y="81573"/>
                  </a:lnTo>
                  <a:lnTo>
                    <a:pt x="1147985" y="101478"/>
                  </a:lnTo>
                  <a:lnTo>
                    <a:pt x="1186228" y="123104"/>
                  </a:lnTo>
                  <a:lnTo>
                    <a:pt x="1220271" y="146322"/>
                  </a:lnTo>
                  <a:lnTo>
                    <a:pt x="1249835" y="171000"/>
                  </a:lnTo>
                  <a:lnTo>
                    <a:pt x="1294422" y="224215"/>
                  </a:lnTo>
                  <a:lnTo>
                    <a:pt x="1317777" y="281705"/>
                  </a:lnTo>
                  <a:lnTo>
                    <a:pt x="1320800" y="311727"/>
                  </a:lnTo>
                  <a:lnTo>
                    <a:pt x="1317777" y="341748"/>
                  </a:lnTo>
                  <a:lnTo>
                    <a:pt x="1294422" y="399239"/>
                  </a:lnTo>
                  <a:lnTo>
                    <a:pt x="1249835" y="452454"/>
                  </a:lnTo>
                  <a:lnTo>
                    <a:pt x="1220271" y="477132"/>
                  </a:lnTo>
                  <a:lnTo>
                    <a:pt x="1186228" y="500350"/>
                  </a:lnTo>
                  <a:lnTo>
                    <a:pt x="1147985" y="521976"/>
                  </a:lnTo>
                  <a:lnTo>
                    <a:pt x="1105817" y="541881"/>
                  </a:lnTo>
                  <a:lnTo>
                    <a:pt x="1060001" y="559933"/>
                  </a:lnTo>
                  <a:lnTo>
                    <a:pt x="1010814" y="576002"/>
                  </a:lnTo>
                  <a:lnTo>
                    <a:pt x="958533" y="589957"/>
                  </a:lnTo>
                  <a:lnTo>
                    <a:pt x="903434" y="601668"/>
                  </a:lnTo>
                  <a:lnTo>
                    <a:pt x="845795" y="611004"/>
                  </a:lnTo>
                  <a:lnTo>
                    <a:pt x="785892" y="617834"/>
                  </a:lnTo>
                  <a:lnTo>
                    <a:pt x="724001" y="622028"/>
                  </a:lnTo>
                  <a:lnTo>
                    <a:pt x="660400" y="623455"/>
                  </a:lnTo>
                  <a:lnTo>
                    <a:pt x="596799" y="622028"/>
                  </a:lnTo>
                  <a:lnTo>
                    <a:pt x="534908" y="617834"/>
                  </a:lnTo>
                  <a:lnTo>
                    <a:pt x="475005" y="611004"/>
                  </a:lnTo>
                  <a:lnTo>
                    <a:pt x="417366" y="601668"/>
                  </a:lnTo>
                  <a:lnTo>
                    <a:pt x="362267" y="589957"/>
                  </a:lnTo>
                  <a:lnTo>
                    <a:pt x="309986" y="576002"/>
                  </a:lnTo>
                  <a:lnTo>
                    <a:pt x="260799" y="559933"/>
                  </a:lnTo>
                  <a:lnTo>
                    <a:pt x="214984" y="541881"/>
                  </a:lnTo>
                  <a:lnTo>
                    <a:pt x="172815" y="521976"/>
                  </a:lnTo>
                  <a:lnTo>
                    <a:pt x="134572" y="500350"/>
                  </a:lnTo>
                  <a:lnTo>
                    <a:pt x="100529" y="477132"/>
                  </a:lnTo>
                  <a:lnTo>
                    <a:pt x="70965" y="452454"/>
                  </a:lnTo>
                  <a:lnTo>
                    <a:pt x="26377" y="399239"/>
                  </a:lnTo>
                  <a:lnTo>
                    <a:pt x="3023" y="341748"/>
                  </a:lnTo>
                  <a:lnTo>
                    <a:pt x="0" y="3117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6043474" y="4494671"/>
            <a:ext cx="724535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7150" marR="5080" indent="-44450">
              <a:lnSpc>
                <a:spcPts val="1900"/>
              </a:lnSpc>
              <a:spcBef>
                <a:spcPts val="18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edu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ce 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worker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4919473" y="2671462"/>
            <a:ext cx="3819525" cy="2737485"/>
            <a:chOff x="4919471" y="2432304"/>
            <a:chExt cx="3819525" cy="2737485"/>
          </a:xfrm>
        </p:grpSpPr>
        <p:sp>
          <p:nvSpPr>
            <p:cNvPr id="100" name="object 100"/>
            <p:cNvSpPr/>
            <p:nvPr/>
          </p:nvSpPr>
          <p:spPr>
            <a:xfrm>
              <a:off x="4919471" y="2432304"/>
              <a:ext cx="1155191" cy="551688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961229" y="2454871"/>
              <a:ext cx="977265" cy="389890"/>
            </a:xfrm>
            <a:custGeom>
              <a:avLst/>
              <a:gdLst/>
              <a:ahLst/>
              <a:cxnLst/>
              <a:rect l="l" t="t" r="r" b="b"/>
              <a:pathLst>
                <a:path w="977264" h="389889">
                  <a:moveTo>
                    <a:pt x="923184" y="360508"/>
                  </a:moveTo>
                  <a:lnTo>
                    <a:pt x="865809" y="370509"/>
                  </a:lnTo>
                  <a:lnTo>
                    <a:pt x="862342" y="375450"/>
                  </a:lnTo>
                  <a:lnTo>
                    <a:pt x="864146" y="385813"/>
                  </a:lnTo>
                  <a:lnTo>
                    <a:pt x="869086" y="389280"/>
                  </a:lnTo>
                  <a:lnTo>
                    <a:pt x="963713" y="372770"/>
                  </a:lnTo>
                  <a:lnTo>
                    <a:pt x="956221" y="372770"/>
                  </a:lnTo>
                  <a:lnTo>
                    <a:pt x="923184" y="360508"/>
                  </a:lnTo>
                  <a:close/>
                </a:path>
                <a:path w="977264" h="389889">
                  <a:moveTo>
                    <a:pt x="941814" y="357260"/>
                  </a:moveTo>
                  <a:lnTo>
                    <a:pt x="923184" y="360508"/>
                  </a:lnTo>
                  <a:lnTo>
                    <a:pt x="956221" y="372770"/>
                  </a:lnTo>
                  <a:lnTo>
                    <a:pt x="957295" y="369874"/>
                  </a:lnTo>
                  <a:lnTo>
                    <a:pt x="952169" y="369874"/>
                  </a:lnTo>
                  <a:lnTo>
                    <a:pt x="941814" y="357260"/>
                  </a:lnTo>
                  <a:close/>
                </a:path>
                <a:path w="977264" h="389889">
                  <a:moveTo>
                    <a:pt x="901585" y="284949"/>
                  </a:moveTo>
                  <a:lnTo>
                    <a:pt x="893457" y="291630"/>
                  </a:lnTo>
                  <a:lnTo>
                    <a:pt x="892860" y="297624"/>
                  </a:lnTo>
                  <a:lnTo>
                    <a:pt x="929812" y="342639"/>
                  </a:lnTo>
                  <a:lnTo>
                    <a:pt x="962850" y="354901"/>
                  </a:lnTo>
                  <a:lnTo>
                    <a:pt x="956221" y="372770"/>
                  </a:lnTo>
                  <a:lnTo>
                    <a:pt x="963713" y="372770"/>
                  </a:lnTo>
                  <a:lnTo>
                    <a:pt x="977252" y="370408"/>
                  </a:lnTo>
                  <a:lnTo>
                    <a:pt x="907592" y="285534"/>
                  </a:lnTo>
                  <a:lnTo>
                    <a:pt x="901585" y="284949"/>
                  </a:lnTo>
                  <a:close/>
                </a:path>
                <a:path w="977264" h="389889">
                  <a:moveTo>
                    <a:pt x="957897" y="354456"/>
                  </a:moveTo>
                  <a:lnTo>
                    <a:pt x="941814" y="357260"/>
                  </a:lnTo>
                  <a:lnTo>
                    <a:pt x="952169" y="369874"/>
                  </a:lnTo>
                  <a:lnTo>
                    <a:pt x="957897" y="354456"/>
                  </a:lnTo>
                  <a:close/>
                </a:path>
                <a:path w="977264" h="389889">
                  <a:moveTo>
                    <a:pt x="961652" y="354456"/>
                  </a:moveTo>
                  <a:lnTo>
                    <a:pt x="957897" y="354456"/>
                  </a:lnTo>
                  <a:lnTo>
                    <a:pt x="952169" y="369874"/>
                  </a:lnTo>
                  <a:lnTo>
                    <a:pt x="957295" y="369874"/>
                  </a:lnTo>
                  <a:lnTo>
                    <a:pt x="962850" y="354901"/>
                  </a:lnTo>
                  <a:lnTo>
                    <a:pt x="961652" y="354456"/>
                  </a:lnTo>
                  <a:close/>
                </a:path>
                <a:path w="977264" h="389889">
                  <a:moveTo>
                    <a:pt x="6629" y="0"/>
                  </a:moveTo>
                  <a:lnTo>
                    <a:pt x="0" y="17856"/>
                  </a:lnTo>
                  <a:lnTo>
                    <a:pt x="923184" y="360508"/>
                  </a:lnTo>
                  <a:lnTo>
                    <a:pt x="941814" y="357260"/>
                  </a:lnTo>
                  <a:lnTo>
                    <a:pt x="929812" y="342639"/>
                  </a:lnTo>
                  <a:lnTo>
                    <a:pt x="6629" y="0"/>
                  </a:lnTo>
                  <a:close/>
                </a:path>
                <a:path w="977264" h="389889">
                  <a:moveTo>
                    <a:pt x="929812" y="342639"/>
                  </a:moveTo>
                  <a:lnTo>
                    <a:pt x="941814" y="357260"/>
                  </a:lnTo>
                  <a:lnTo>
                    <a:pt x="957897" y="354456"/>
                  </a:lnTo>
                  <a:lnTo>
                    <a:pt x="961652" y="354456"/>
                  </a:lnTo>
                  <a:lnTo>
                    <a:pt x="929812" y="3426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919471" y="3148584"/>
              <a:ext cx="1155191" cy="734568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959883" y="3264230"/>
              <a:ext cx="979169" cy="556895"/>
            </a:xfrm>
            <a:custGeom>
              <a:avLst/>
              <a:gdLst/>
              <a:ahLst/>
              <a:cxnLst/>
              <a:rect l="l" t="t" r="r" b="b"/>
              <a:pathLst>
                <a:path w="979170" h="556895">
                  <a:moveTo>
                    <a:pt x="926726" y="20039"/>
                  </a:moveTo>
                  <a:lnTo>
                    <a:pt x="0" y="539775"/>
                  </a:lnTo>
                  <a:lnTo>
                    <a:pt x="9321" y="556387"/>
                  </a:lnTo>
                  <a:lnTo>
                    <a:pt x="936039" y="36655"/>
                  </a:lnTo>
                  <a:lnTo>
                    <a:pt x="945621" y="20360"/>
                  </a:lnTo>
                  <a:lnTo>
                    <a:pt x="926726" y="20039"/>
                  </a:lnTo>
                  <a:close/>
                </a:path>
                <a:path w="979170" h="556895">
                  <a:moveTo>
                    <a:pt x="978045" y="2806"/>
                  </a:moveTo>
                  <a:lnTo>
                    <a:pt x="957453" y="2806"/>
                  </a:lnTo>
                  <a:lnTo>
                    <a:pt x="966774" y="19418"/>
                  </a:lnTo>
                  <a:lnTo>
                    <a:pt x="936039" y="36655"/>
                  </a:lnTo>
                  <a:lnTo>
                    <a:pt x="906513" y="86867"/>
                  </a:lnTo>
                  <a:lnTo>
                    <a:pt x="908037" y="92697"/>
                  </a:lnTo>
                  <a:lnTo>
                    <a:pt x="917105" y="98031"/>
                  </a:lnTo>
                  <a:lnTo>
                    <a:pt x="922934" y="96519"/>
                  </a:lnTo>
                  <a:lnTo>
                    <a:pt x="978045" y="2806"/>
                  </a:lnTo>
                  <a:close/>
                </a:path>
                <a:path w="979170" h="556895">
                  <a:moveTo>
                    <a:pt x="945621" y="20360"/>
                  </a:moveTo>
                  <a:lnTo>
                    <a:pt x="936039" y="36655"/>
                  </a:lnTo>
                  <a:lnTo>
                    <a:pt x="964600" y="20637"/>
                  </a:lnTo>
                  <a:lnTo>
                    <a:pt x="961948" y="20637"/>
                  </a:lnTo>
                  <a:lnTo>
                    <a:pt x="945621" y="20360"/>
                  </a:lnTo>
                  <a:close/>
                </a:path>
                <a:path w="979170" h="556895">
                  <a:moveTo>
                    <a:pt x="953897" y="6286"/>
                  </a:moveTo>
                  <a:lnTo>
                    <a:pt x="945621" y="20360"/>
                  </a:lnTo>
                  <a:lnTo>
                    <a:pt x="961948" y="20637"/>
                  </a:lnTo>
                  <a:lnTo>
                    <a:pt x="953897" y="6286"/>
                  </a:lnTo>
                  <a:close/>
                </a:path>
                <a:path w="979170" h="556895">
                  <a:moveTo>
                    <a:pt x="959405" y="6286"/>
                  </a:moveTo>
                  <a:lnTo>
                    <a:pt x="953897" y="6286"/>
                  </a:lnTo>
                  <a:lnTo>
                    <a:pt x="961948" y="20637"/>
                  </a:lnTo>
                  <a:lnTo>
                    <a:pt x="964600" y="20637"/>
                  </a:lnTo>
                  <a:lnTo>
                    <a:pt x="966774" y="19418"/>
                  </a:lnTo>
                  <a:lnTo>
                    <a:pt x="959405" y="6286"/>
                  </a:lnTo>
                  <a:close/>
                </a:path>
                <a:path w="979170" h="556895">
                  <a:moveTo>
                    <a:pt x="957453" y="2806"/>
                  </a:moveTo>
                  <a:lnTo>
                    <a:pt x="926726" y="20039"/>
                  </a:lnTo>
                  <a:lnTo>
                    <a:pt x="945621" y="20360"/>
                  </a:lnTo>
                  <a:lnTo>
                    <a:pt x="953897" y="6286"/>
                  </a:lnTo>
                  <a:lnTo>
                    <a:pt x="959405" y="6286"/>
                  </a:lnTo>
                  <a:lnTo>
                    <a:pt x="957453" y="2806"/>
                  </a:lnTo>
                  <a:close/>
                </a:path>
                <a:path w="979170" h="556895">
                  <a:moveTo>
                    <a:pt x="868807" y="0"/>
                  </a:moveTo>
                  <a:lnTo>
                    <a:pt x="864476" y="4190"/>
                  </a:lnTo>
                  <a:lnTo>
                    <a:pt x="864298" y="14719"/>
                  </a:lnTo>
                  <a:lnTo>
                    <a:pt x="868489" y="19050"/>
                  </a:lnTo>
                  <a:lnTo>
                    <a:pt x="926726" y="20039"/>
                  </a:lnTo>
                  <a:lnTo>
                    <a:pt x="957453" y="2806"/>
                  </a:lnTo>
                  <a:lnTo>
                    <a:pt x="978045" y="2806"/>
                  </a:lnTo>
                  <a:lnTo>
                    <a:pt x="978598" y="1866"/>
                  </a:lnTo>
                  <a:lnTo>
                    <a:pt x="8688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919471" y="3782568"/>
              <a:ext cx="1155191" cy="667512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960340" y="3803764"/>
              <a:ext cx="978535" cy="495934"/>
            </a:xfrm>
            <a:custGeom>
              <a:avLst/>
              <a:gdLst/>
              <a:ahLst/>
              <a:cxnLst/>
              <a:rect l="l" t="t" r="r" b="b"/>
              <a:pathLst>
                <a:path w="978535" h="495935">
                  <a:moveTo>
                    <a:pt x="925356" y="472440"/>
                  </a:moveTo>
                  <a:lnTo>
                    <a:pt x="867270" y="476554"/>
                  </a:lnTo>
                  <a:lnTo>
                    <a:pt x="863320" y="481114"/>
                  </a:lnTo>
                  <a:lnTo>
                    <a:pt x="864057" y="491616"/>
                  </a:lnTo>
                  <a:lnTo>
                    <a:pt x="868616" y="495566"/>
                  </a:lnTo>
                  <a:lnTo>
                    <a:pt x="975277" y="487997"/>
                  </a:lnTo>
                  <a:lnTo>
                    <a:pt x="956970" y="487997"/>
                  </a:lnTo>
                  <a:lnTo>
                    <a:pt x="925356" y="472440"/>
                  </a:lnTo>
                  <a:close/>
                </a:path>
                <a:path w="978535" h="495935">
                  <a:moveTo>
                    <a:pt x="944227" y="471104"/>
                  </a:moveTo>
                  <a:lnTo>
                    <a:pt x="925356" y="472440"/>
                  </a:lnTo>
                  <a:lnTo>
                    <a:pt x="956970" y="487997"/>
                  </a:lnTo>
                  <a:lnTo>
                    <a:pt x="958590" y="484708"/>
                  </a:lnTo>
                  <a:lnTo>
                    <a:pt x="953249" y="484708"/>
                  </a:lnTo>
                  <a:lnTo>
                    <a:pt x="944227" y="471104"/>
                  </a:lnTo>
                  <a:close/>
                </a:path>
                <a:path w="978535" h="495935">
                  <a:moveTo>
                    <a:pt x="911555" y="395071"/>
                  </a:moveTo>
                  <a:lnTo>
                    <a:pt x="902792" y="400888"/>
                  </a:lnTo>
                  <a:lnTo>
                    <a:pt x="901585" y="406806"/>
                  </a:lnTo>
                  <a:lnTo>
                    <a:pt x="933777" y="455347"/>
                  </a:lnTo>
                  <a:lnTo>
                    <a:pt x="965390" y="470903"/>
                  </a:lnTo>
                  <a:lnTo>
                    <a:pt x="956970" y="487997"/>
                  </a:lnTo>
                  <a:lnTo>
                    <a:pt x="975277" y="487997"/>
                  </a:lnTo>
                  <a:lnTo>
                    <a:pt x="978141" y="487794"/>
                  </a:lnTo>
                  <a:lnTo>
                    <a:pt x="917473" y="396278"/>
                  </a:lnTo>
                  <a:lnTo>
                    <a:pt x="911555" y="395071"/>
                  </a:lnTo>
                  <a:close/>
                </a:path>
                <a:path w="978535" h="495935">
                  <a:moveTo>
                    <a:pt x="960513" y="469950"/>
                  </a:moveTo>
                  <a:lnTo>
                    <a:pt x="944227" y="471104"/>
                  </a:lnTo>
                  <a:lnTo>
                    <a:pt x="953249" y="484708"/>
                  </a:lnTo>
                  <a:lnTo>
                    <a:pt x="960513" y="469950"/>
                  </a:lnTo>
                  <a:close/>
                </a:path>
                <a:path w="978535" h="495935">
                  <a:moveTo>
                    <a:pt x="963454" y="469950"/>
                  </a:moveTo>
                  <a:lnTo>
                    <a:pt x="960513" y="469950"/>
                  </a:lnTo>
                  <a:lnTo>
                    <a:pt x="953249" y="484708"/>
                  </a:lnTo>
                  <a:lnTo>
                    <a:pt x="958590" y="484708"/>
                  </a:lnTo>
                  <a:lnTo>
                    <a:pt x="965390" y="470903"/>
                  </a:lnTo>
                  <a:lnTo>
                    <a:pt x="963454" y="469950"/>
                  </a:lnTo>
                  <a:close/>
                </a:path>
                <a:path w="978535" h="495935">
                  <a:moveTo>
                    <a:pt x="8407" y="0"/>
                  </a:moveTo>
                  <a:lnTo>
                    <a:pt x="0" y="17094"/>
                  </a:lnTo>
                  <a:lnTo>
                    <a:pt x="925356" y="472440"/>
                  </a:lnTo>
                  <a:lnTo>
                    <a:pt x="944227" y="471104"/>
                  </a:lnTo>
                  <a:lnTo>
                    <a:pt x="933777" y="455347"/>
                  </a:lnTo>
                  <a:lnTo>
                    <a:pt x="8407" y="0"/>
                  </a:lnTo>
                  <a:close/>
                </a:path>
                <a:path w="978535" h="495935">
                  <a:moveTo>
                    <a:pt x="933777" y="455347"/>
                  </a:moveTo>
                  <a:lnTo>
                    <a:pt x="944227" y="471104"/>
                  </a:lnTo>
                  <a:lnTo>
                    <a:pt x="960513" y="469950"/>
                  </a:lnTo>
                  <a:lnTo>
                    <a:pt x="963454" y="469950"/>
                  </a:lnTo>
                  <a:lnTo>
                    <a:pt x="933777" y="455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919471" y="4614672"/>
              <a:ext cx="1155191" cy="554736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961191" y="4713960"/>
              <a:ext cx="977900" cy="393700"/>
            </a:xfrm>
            <a:custGeom>
              <a:avLst/>
              <a:gdLst/>
              <a:ahLst/>
              <a:cxnLst/>
              <a:rect l="l" t="t" r="r" b="b"/>
              <a:pathLst>
                <a:path w="977900" h="393700">
                  <a:moveTo>
                    <a:pt x="923271" y="28549"/>
                  </a:moveTo>
                  <a:lnTo>
                    <a:pt x="0" y="375589"/>
                  </a:lnTo>
                  <a:lnTo>
                    <a:pt x="6705" y="393420"/>
                  </a:lnTo>
                  <a:lnTo>
                    <a:pt x="929962" y="46385"/>
                  </a:lnTo>
                  <a:lnTo>
                    <a:pt x="941899" y="31717"/>
                  </a:lnTo>
                  <a:lnTo>
                    <a:pt x="923271" y="28549"/>
                  </a:lnTo>
                  <a:close/>
                </a:path>
                <a:path w="977900" h="393700">
                  <a:moveTo>
                    <a:pt x="964002" y="16154"/>
                  </a:moveTo>
                  <a:lnTo>
                    <a:pt x="956246" y="16154"/>
                  </a:lnTo>
                  <a:lnTo>
                    <a:pt x="962952" y="33985"/>
                  </a:lnTo>
                  <a:lnTo>
                    <a:pt x="929962" y="46385"/>
                  </a:lnTo>
                  <a:lnTo>
                    <a:pt x="893203" y="91554"/>
                  </a:lnTo>
                  <a:lnTo>
                    <a:pt x="893826" y="97548"/>
                  </a:lnTo>
                  <a:lnTo>
                    <a:pt x="901979" y="104190"/>
                  </a:lnTo>
                  <a:lnTo>
                    <a:pt x="907973" y="103581"/>
                  </a:lnTo>
                  <a:lnTo>
                    <a:pt x="977290" y="18414"/>
                  </a:lnTo>
                  <a:lnTo>
                    <a:pt x="964002" y="16154"/>
                  </a:lnTo>
                  <a:close/>
                </a:path>
                <a:path w="977900" h="393700">
                  <a:moveTo>
                    <a:pt x="941899" y="31717"/>
                  </a:moveTo>
                  <a:lnTo>
                    <a:pt x="929962" y="46385"/>
                  </a:lnTo>
                  <a:lnTo>
                    <a:pt x="961701" y="34455"/>
                  </a:lnTo>
                  <a:lnTo>
                    <a:pt x="957999" y="34455"/>
                  </a:lnTo>
                  <a:lnTo>
                    <a:pt x="941899" y="31717"/>
                  </a:lnTo>
                  <a:close/>
                </a:path>
                <a:path w="977900" h="393700">
                  <a:moveTo>
                    <a:pt x="952207" y="19050"/>
                  </a:moveTo>
                  <a:lnTo>
                    <a:pt x="941899" y="31717"/>
                  </a:lnTo>
                  <a:lnTo>
                    <a:pt x="957999" y="34455"/>
                  </a:lnTo>
                  <a:lnTo>
                    <a:pt x="952207" y="19050"/>
                  </a:lnTo>
                  <a:close/>
                </a:path>
                <a:path w="977900" h="393700">
                  <a:moveTo>
                    <a:pt x="957335" y="19050"/>
                  </a:moveTo>
                  <a:lnTo>
                    <a:pt x="952207" y="19050"/>
                  </a:lnTo>
                  <a:lnTo>
                    <a:pt x="957999" y="34455"/>
                  </a:lnTo>
                  <a:lnTo>
                    <a:pt x="961701" y="34455"/>
                  </a:lnTo>
                  <a:lnTo>
                    <a:pt x="962952" y="33985"/>
                  </a:lnTo>
                  <a:lnTo>
                    <a:pt x="957335" y="19050"/>
                  </a:lnTo>
                  <a:close/>
                </a:path>
                <a:path w="977900" h="393700">
                  <a:moveTo>
                    <a:pt x="956246" y="16154"/>
                  </a:moveTo>
                  <a:lnTo>
                    <a:pt x="923271" y="28549"/>
                  </a:lnTo>
                  <a:lnTo>
                    <a:pt x="941899" y="31717"/>
                  </a:lnTo>
                  <a:lnTo>
                    <a:pt x="952207" y="19050"/>
                  </a:lnTo>
                  <a:lnTo>
                    <a:pt x="957335" y="19050"/>
                  </a:lnTo>
                  <a:lnTo>
                    <a:pt x="956246" y="16154"/>
                  </a:lnTo>
                  <a:close/>
                </a:path>
                <a:path w="977900" h="393700">
                  <a:moveTo>
                    <a:pt x="869048" y="0"/>
                  </a:moveTo>
                  <a:lnTo>
                    <a:pt x="864120" y="3479"/>
                  </a:lnTo>
                  <a:lnTo>
                    <a:pt x="862355" y="13855"/>
                  </a:lnTo>
                  <a:lnTo>
                    <a:pt x="865847" y="18783"/>
                  </a:lnTo>
                  <a:lnTo>
                    <a:pt x="923271" y="28549"/>
                  </a:lnTo>
                  <a:lnTo>
                    <a:pt x="956246" y="16154"/>
                  </a:lnTo>
                  <a:lnTo>
                    <a:pt x="964002" y="16154"/>
                  </a:lnTo>
                  <a:lnTo>
                    <a:pt x="869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025639" y="2929128"/>
              <a:ext cx="661416" cy="274320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065822" y="2990367"/>
              <a:ext cx="485140" cy="111125"/>
            </a:xfrm>
            <a:custGeom>
              <a:avLst/>
              <a:gdLst/>
              <a:ahLst/>
              <a:cxnLst/>
              <a:rect l="l" t="t" r="r" b="b"/>
              <a:pathLst>
                <a:path w="485140" h="111125">
                  <a:moveTo>
                    <a:pt x="390105" y="0"/>
                  </a:moveTo>
                  <a:lnTo>
                    <a:pt x="384263" y="1536"/>
                  </a:lnTo>
                  <a:lnTo>
                    <a:pt x="378967" y="10617"/>
                  </a:lnTo>
                  <a:lnTo>
                    <a:pt x="380504" y="16459"/>
                  </a:lnTo>
                  <a:lnTo>
                    <a:pt x="430820" y="45807"/>
                  </a:lnTo>
                  <a:lnTo>
                    <a:pt x="466039" y="45808"/>
                  </a:lnTo>
                  <a:lnTo>
                    <a:pt x="466039" y="64858"/>
                  </a:lnTo>
                  <a:lnTo>
                    <a:pt x="430800" y="64858"/>
                  </a:lnTo>
                  <a:lnTo>
                    <a:pt x="380504" y="94195"/>
                  </a:lnTo>
                  <a:lnTo>
                    <a:pt x="378967" y="100037"/>
                  </a:lnTo>
                  <a:lnTo>
                    <a:pt x="384263" y="109118"/>
                  </a:lnTo>
                  <a:lnTo>
                    <a:pt x="390105" y="110655"/>
                  </a:lnTo>
                  <a:lnTo>
                    <a:pt x="468619" y="64858"/>
                  </a:lnTo>
                  <a:lnTo>
                    <a:pt x="466039" y="64858"/>
                  </a:lnTo>
                  <a:lnTo>
                    <a:pt x="468641" y="64846"/>
                  </a:lnTo>
                  <a:lnTo>
                    <a:pt x="484949" y="55333"/>
                  </a:lnTo>
                  <a:lnTo>
                    <a:pt x="390105" y="0"/>
                  </a:lnTo>
                  <a:close/>
                </a:path>
                <a:path w="485140" h="111125">
                  <a:moveTo>
                    <a:pt x="447140" y="55327"/>
                  </a:moveTo>
                  <a:lnTo>
                    <a:pt x="430801" y="64857"/>
                  </a:lnTo>
                  <a:lnTo>
                    <a:pt x="466039" y="64858"/>
                  </a:lnTo>
                  <a:lnTo>
                    <a:pt x="466039" y="63550"/>
                  </a:lnTo>
                  <a:lnTo>
                    <a:pt x="461238" y="63550"/>
                  </a:lnTo>
                  <a:lnTo>
                    <a:pt x="447140" y="55327"/>
                  </a:lnTo>
                  <a:close/>
                </a:path>
                <a:path w="485140" h="111125">
                  <a:moveTo>
                    <a:pt x="0" y="45796"/>
                  </a:moveTo>
                  <a:lnTo>
                    <a:pt x="0" y="64846"/>
                  </a:lnTo>
                  <a:lnTo>
                    <a:pt x="430821" y="64846"/>
                  </a:lnTo>
                  <a:lnTo>
                    <a:pt x="447140" y="55327"/>
                  </a:lnTo>
                  <a:lnTo>
                    <a:pt x="430820" y="45807"/>
                  </a:lnTo>
                  <a:lnTo>
                    <a:pt x="0" y="45796"/>
                  </a:lnTo>
                  <a:close/>
                </a:path>
                <a:path w="485140" h="111125">
                  <a:moveTo>
                    <a:pt x="461238" y="47104"/>
                  </a:moveTo>
                  <a:lnTo>
                    <a:pt x="447140" y="55327"/>
                  </a:lnTo>
                  <a:lnTo>
                    <a:pt x="461238" y="63550"/>
                  </a:lnTo>
                  <a:lnTo>
                    <a:pt x="461238" y="47104"/>
                  </a:lnTo>
                  <a:close/>
                </a:path>
                <a:path w="485140" h="111125">
                  <a:moveTo>
                    <a:pt x="466039" y="47104"/>
                  </a:moveTo>
                  <a:lnTo>
                    <a:pt x="461238" y="47104"/>
                  </a:lnTo>
                  <a:lnTo>
                    <a:pt x="461238" y="63550"/>
                  </a:lnTo>
                  <a:lnTo>
                    <a:pt x="466039" y="63550"/>
                  </a:lnTo>
                  <a:lnTo>
                    <a:pt x="466039" y="47104"/>
                  </a:lnTo>
                  <a:close/>
                </a:path>
                <a:path w="485140" h="111125">
                  <a:moveTo>
                    <a:pt x="430820" y="45807"/>
                  </a:moveTo>
                  <a:lnTo>
                    <a:pt x="447140" y="55327"/>
                  </a:lnTo>
                  <a:lnTo>
                    <a:pt x="461238" y="47104"/>
                  </a:lnTo>
                  <a:lnTo>
                    <a:pt x="466039" y="47104"/>
                  </a:lnTo>
                  <a:lnTo>
                    <a:pt x="466039" y="45808"/>
                  </a:lnTo>
                  <a:lnTo>
                    <a:pt x="430820" y="45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025639" y="4395216"/>
              <a:ext cx="661416" cy="274319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065822" y="4456633"/>
              <a:ext cx="485140" cy="111125"/>
            </a:xfrm>
            <a:custGeom>
              <a:avLst/>
              <a:gdLst/>
              <a:ahLst/>
              <a:cxnLst/>
              <a:rect l="l" t="t" r="r" b="b"/>
              <a:pathLst>
                <a:path w="485140" h="111125">
                  <a:moveTo>
                    <a:pt x="447133" y="55333"/>
                  </a:moveTo>
                  <a:lnTo>
                    <a:pt x="380504" y="94208"/>
                  </a:lnTo>
                  <a:lnTo>
                    <a:pt x="378967" y="100037"/>
                  </a:lnTo>
                  <a:lnTo>
                    <a:pt x="384263" y="109131"/>
                  </a:lnTo>
                  <a:lnTo>
                    <a:pt x="390105" y="110667"/>
                  </a:lnTo>
                  <a:lnTo>
                    <a:pt x="468623" y="64858"/>
                  </a:lnTo>
                  <a:lnTo>
                    <a:pt x="466039" y="64858"/>
                  </a:lnTo>
                  <a:lnTo>
                    <a:pt x="466039" y="63563"/>
                  </a:lnTo>
                  <a:lnTo>
                    <a:pt x="461238" y="63563"/>
                  </a:lnTo>
                  <a:lnTo>
                    <a:pt x="447133" y="55333"/>
                  </a:lnTo>
                  <a:close/>
                </a:path>
                <a:path w="485140" h="111125">
                  <a:moveTo>
                    <a:pt x="430808" y="45808"/>
                  </a:moveTo>
                  <a:lnTo>
                    <a:pt x="0" y="45808"/>
                  </a:lnTo>
                  <a:lnTo>
                    <a:pt x="0" y="64858"/>
                  </a:lnTo>
                  <a:lnTo>
                    <a:pt x="430808" y="64858"/>
                  </a:lnTo>
                  <a:lnTo>
                    <a:pt x="447133" y="55333"/>
                  </a:lnTo>
                  <a:lnTo>
                    <a:pt x="430808" y="45808"/>
                  </a:lnTo>
                  <a:close/>
                </a:path>
                <a:path w="485140" h="111125">
                  <a:moveTo>
                    <a:pt x="468620" y="45808"/>
                  </a:moveTo>
                  <a:lnTo>
                    <a:pt x="466039" y="45808"/>
                  </a:lnTo>
                  <a:lnTo>
                    <a:pt x="466039" y="64858"/>
                  </a:lnTo>
                  <a:lnTo>
                    <a:pt x="468623" y="64858"/>
                  </a:lnTo>
                  <a:lnTo>
                    <a:pt x="484949" y="55333"/>
                  </a:lnTo>
                  <a:lnTo>
                    <a:pt x="468620" y="45808"/>
                  </a:lnTo>
                  <a:close/>
                </a:path>
                <a:path w="485140" h="111125">
                  <a:moveTo>
                    <a:pt x="461238" y="47104"/>
                  </a:moveTo>
                  <a:lnTo>
                    <a:pt x="447133" y="55333"/>
                  </a:lnTo>
                  <a:lnTo>
                    <a:pt x="461238" y="63563"/>
                  </a:lnTo>
                  <a:lnTo>
                    <a:pt x="461238" y="47104"/>
                  </a:lnTo>
                  <a:close/>
                </a:path>
                <a:path w="485140" h="111125">
                  <a:moveTo>
                    <a:pt x="466039" y="47104"/>
                  </a:moveTo>
                  <a:lnTo>
                    <a:pt x="461238" y="47104"/>
                  </a:lnTo>
                  <a:lnTo>
                    <a:pt x="461238" y="63563"/>
                  </a:lnTo>
                  <a:lnTo>
                    <a:pt x="466039" y="63563"/>
                  </a:lnTo>
                  <a:lnTo>
                    <a:pt x="466039" y="47104"/>
                  </a:lnTo>
                  <a:close/>
                </a:path>
                <a:path w="485140" h="111125">
                  <a:moveTo>
                    <a:pt x="390105" y="0"/>
                  </a:moveTo>
                  <a:lnTo>
                    <a:pt x="384263" y="1536"/>
                  </a:lnTo>
                  <a:lnTo>
                    <a:pt x="378967" y="10629"/>
                  </a:lnTo>
                  <a:lnTo>
                    <a:pt x="380504" y="16459"/>
                  </a:lnTo>
                  <a:lnTo>
                    <a:pt x="447133" y="55333"/>
                  </a:lnTo>
                  <a:lnTo>
                    <a:pt x="461238" y="47104"/>
                  </a:lnTo>
                  <a:lnTo>
                    <a:pt x="466039" y="47104"/>
                  </a:lnTo>
                  <a:lnTo>
                    <a:pt x="466039" y="45808"/>
                  </a:lnTo>
                  <a:lnTo>
                    <a:pt x="468620" y="45808"/>
                  </a:lnTo>
                  <a:lnTo>
                    <a:pt x="3901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501127" y="2596896"/>
              <a:ext cx="1237487" cy="771143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595615" y="2596896"/>
              <a:ext cx="1109472" cy="838200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550721" y="2626687"/>
              <a:ext cx="1136650" cy="669925"/>
            </a:xfrm>
            <a:custGeom>
              <a:avLst/>
              <a:gdLst/>
              <a:ahLst/>
              <a:cxnLst/>
              <a:rect l="l" t="t" r="r" b="b"/>
              <a:pathLst>
                <a:path w="1136650" h="669925">
                  <a:moveTo>
                    <a:pt x="1136073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1136073" y="669635"/>
                  </a:lnTo>
                  <a:lnTo>
                    <a:pt x="1136073" y="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550721" y="2626690"/>
              <a:ext cx="1136650" cy="669925"/>
            </a:xfrm>
            <a:custGeom>
              <a:avLst/>
              <a:gdLst/>
              <a:ahLst/>
              <a:cxnLst/>
              <a:rect l="l" t="t" r="r" b="b"/>
              <a:pathLst>
                <a:path w="1136650" h="669925">
                  <a:moveTo>
                    <a:pt x="0" y="0"/>
                  </a:moveTo>
                  <a:lnTo>
                    <a:pt x="1136070" y="0"/>
                  </a:lnTo>
                  <a:lnTo>
                    <a:pt x="113607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7550721" y="2865843"/>
            <a:ext cx="1136650" cy="616836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26390" marR="216535" indent="-101600">
              <a:lnSpc>
                <a:spcPts val="2090"/>
              </a:lnSpc>
              <a:spcBef>
                <a:spcPts val="610"/>
              </a:spcBef>
            </a:pPr>
            <a:r>
              <a:rPr dirty="0">
                <a:latin typeface="Arial"/>
                <a:cs typeface="Arial"/>
              </a:rPr>
              <a:t>Output  file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7501130" y="4384435"/>
            <a:ext cx="1237615" cy="838200"/>
            <a:chOff x="7501128" y="4145279"/>
            <a:chExt cx="1237615" cy="838200"/>
          </a:xfrm>
        </p:grpSpPr>
        <p:sp>
          <p:nvSpPr>
            <p:cNvPr id="118" name="object 118"/>
            <p:cNvSpPr/>
            <p:nvPr/>
          </p:nvSpPr>
          <p:spPr>
            <a:xfrm>
              <a:off x="7501128" y="4145279"/>
              <a:ext cx="1237487" cy="771144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595616" y="4145279"/>
              <a:ext cx="1109472" cy="838200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50721" y="4177154"/>
              <a:ext cx="1136650" cy="669925"/>
            </a:xfrm>
            <a:custGeom>
              <a:avLst/>
              <a:gdLst/>
              <a:ahLst/>
              <a:cxnLst/>
              <a:rect l="l" t="t" r="r" b="b"/>
              <a:pathLst>
                <a:path w="1136650" h="669925">
                  <a:moveTo>
                    <a:pt x="1136073" y="0"/>
                  </a:moveTo>
                  <a:lnTo>
                    <a:pt x="0" y="0"/>
                  </a:lnTo>
                  <a:lnTo>
                    <a:pt x="0" y="669635"/>
                  </a:lnTo>
                  <a:lnTo>
                    <a:pt x="1136073" y="669635"/>
                  </a:lnTo>
                  <a:lnTo>
                    <a:pt x="1136073" y="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550721" y="4177144"/>
              <a:ext cx="1136650" cy="669925"/>
            </a:xfrm>
            <a:custGeom>
              <a:avLst/>
              <a:gdLst/>
              <a:ahLst/>
              <a:cxnLst/>
              <a:rect l="l" t="t" r="r" b="b"/>
              <a:pathLst>
                <a:path w="1136650" h="669925">
                  <a:moveTo>
                    <a:pt x="0" y="0"/>
                  </a:moveTo>
                  <a:lnTo>
                    <a:pt x="1136070" y="0"/>
                  </a:lnTo>
                  <a:lnTo>
                    <a:pt x="1136070" y="669636"/>
                  </a:lnTo>
                  <a:lnTo>
                    <a:pt x="0" y="66963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7550721" y="4416310"/>
            <a:ext cx="1136650" cy="61298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6390" marR="216535" indent="-101600">
              <a:lnSpc>
                <a:spcPts val="2110"/>
              </a:lnSpc>
              <a:spcBef>
                <a:spcPts val="580"/>
              </a:spcBef>
            </a:pPr>
            <a:r>
              <a:rPr dirty="0">
                <a:latin typeface="Arial"/>
                <a:cs typeface="Arial"/>
              </a:rPr>
              <a:t>Output  file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2</a:t>
            </a:r>
            <a:endParaRPr>
              <a:latin typeface="Arial"/>
              <a:cs typeface="Arial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2328674" y="1738774"/>
            <a:ext cx="4215765" cy="4087495"/>
            <a:chOff x="2328672" y="1499616"/>
            <a:chExt cx="4215765" cy="4087495"/>
          </a:xfrm>
        </p:grpSpPr>
        <p:sp>
          <p:nvSpPr>
            <p:cNvPr id="124" name="object 124"/>
            <p:cNvSpPr/>
            <p:nvPr/>
          </p:nvSpPr>
          <p:spPr>
            <a:xfrm>
              <a:off x="2328672" y="4632960"/>
              <a:ext cx="3124200" cy="954023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378481" y="4663122"/>
              <a:ext cx="3025140" cy="852805"/>
            </a:xfrm>
            <a:custGeom>
              <a:avLst/>
              <a:gdLst/>
              <a:ahLst/>
              <a:cxnLst/>
              <a:rect l="l" t="t" r="r" b="b"/>
              <a:pathLst>
                <a:path w="3025140" h="852804">
                  <a:moveTo>
                    <a:pt x="0" y="142044"/>
                  </a:moveTo>
                  <a:lnTo>
                    <a:pt x="7241" y="97147"/>
                  </a:lnTo>
                  <a:lnTo>
                    <a:pt x="27406" y="58154"/>
                  </a:lnTo>
                  <a:lnTo>
                    <a:pt x="58154" y="27406"/>
                  </a:lnTo>
                  <a:lnTo>
                    <a:pt x="97146" y="7241"/>
                  </a:lnTo>
                  <a:lnTo>
                    <a:pt x="142043" y="0"/>
                  </a:lnTo>
                  <a:lnTo>
                    <a:pt x="2882741" y="0"/>
                  </a:lnTo>
                  <a:lnTo>
                    <a:pt x="2927639" y="7241"/>
                  </a:lnTo>
                  <a:lnTo>
                    <a:pt x="2966633" y="27406"/>
                  </a:lnTo>
                  <a:lnTo>
                    <a:pt x="2997383" y="58154"/>
                  </a:lnTo>
                  <a:lnTo>
                    <a:pt x="3017549" y="97147"/>
                  </a:lnTo>
                  <a:lnTo>
                    <a:pt x="3024791" y="142044"/>
                  </a:lnTo>
                  <a:lnTo>
                    <a:pt x="3024791" y="710198"/>
                  </a:lnTo>
                  <a:lnTo>
                    <a:pt x="3017549" y="755095"/>
                  </a:lnTo>
                  <a:lnTo>
                    <a:pt x="2997383" y="794087"/>
                  </a:lnTo>
                  <a:lnTo>
                    <a:pt x="2966633" y="824836"/>
                  </a:lnTo>
                  <a:lnTo>
                    <a:pt x="2927639" y="845001"/>
                  </a:lnTo>
                  <a:lnTo>
                    <a:pt x="2882741" y="852242"/>
                  </a:lnTo>
                  <a:lnTo>
                    <a:pt x="142043" y="852242"/>
                  </a:lnTo>
                  <a:lnTo>
                    <a:pt x="97146" y="845001"/>
                  </a:lnTo>
                  <a:lnTo>
                    <a:pt x="58154" y="824836"/>
                  </a:lnTo>
                  <a:lnTo>
                    <a:pt x="27406" y="794087"/>
                  </a:lnTo>
                  <a:lnTo>
                    <a:pt x="7241" y="755095"/>
                  </a:lnTo>
                  <a:lnTo>
                    <a:pt x="0" y="710198"/>
                  </a:lnTo>
                  <a:lnTo>
                    <a:pt x="0" y="14204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328672" y="3355848"/>
              <a:ext cx="3124200" cy="954024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378481" y="3386188"/>
              <a:ext cx="3025140" cy="852805"/>
            </a:xfrm>
            <a:custGeom>
              <a:avLst/>
              <a:gdLst/>
              <a:ahLst/>
              <a:cxnLst/>
              <a:rect l="l" t="t" r="r" b="b"/>
              <a:pathLst>
                <a:path w="3025140" h="852804">
                  <a:moveTo>
                    <a:pt x="0" y="142044"/>
                  </a:moveTo>
                  <a:lnTo>
                    <a:pt x="7241" y="97147"/>
                  </a:lnTo>
                  <a:lnTo>
                    <a:pt x="27406" y="58154"/>
                  </a:lnTo>
                  <a:lnTo>
                    <a:pt x="58154" y="27406"/>
                  </a:lnTo>
                  <a:lnTo>
                    <a:pt x="97146" y="7241"/>
                  </a:lnTo>
                  <a:lnTo>
                    <a:pt x="142043" y="0"/>
                  </a:lnTo>
                  <a:lnTo>
                    <a:pt x="2882741" y="0"/>
                  </a:lnTo>
                  <a:lnTo>
                    <a:pt x="2927639" y="7241"/>
                  </a:lnTo>
                  <a:lnTo>
                    <a:pt x="2966633" y="27406"/>
                  </a:lnTo>
                  <a:lnTo>
                    <a:pt x="2997383" y="58154"/>
                  </a:lnTo>
                  <a:lnTo>
                    <a:pt x="3017549" y="97147"/>
                  </a:lnTo>
                  <a:lnTo>
                    <a:pt x="3024791" y="142044"/>
                  </a:lnTo>
                  <a:lnTo>
                    <a:pt x="3024791" y="710198"/>
                  </a:lnTo>
                  <a:lnTo>
                    <a:pt x="3017549" y="755095"/>
                  </a:lnTo>
                  <a:lnTo>
                    <a:pt x="2997383" y="794087"/>
                  </a:lnTo>
                  <a:lnTo>
                    <a:pt x="2966633" y="824836"/>
                  </a:lnTo>
                  <a:lnTo>
                    <a:pt x="2927639" y="845001"/>
                  </a:lnTo>
                  <a:lnTo>
                    <a:pt x="2882741" y="852242"/>
                  </a:lnTo>
                  <a:lnTo>
                    <a:pt x="142043" y="852242"/>
                  </a:lnTo>
                  <a:lnTo>
                    <a:pt x="97146" y="845001"/>
                  </a:lnTo>
                  <a:lnTo>
                    <a:pt x="58154" y="824836"/>
                  </a:lnTo>
                  <a:lnTo>
                    <a:pt x="27406" y="794087"/>
                  </a:lnTo>
                  <a:lnTo>
                    <a:pt x="7241" y="755095"/>
                  </a:lnTo>
                  <a:lnTo>
                    <a:pt x="0" y="710198"/>
                  </a:lnTo>
                  <a:lnTo>
                    <a:pt x="0" y="14204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328672" y="2033016"/>
              <a:ext cx="3124200" cy="954024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378481" y="2063076"/>
              <a:ext cx="3025140" cy="852805"/>
            </a:xfrm>
            <a:custGeom>
              <a:avLst/>
              <a:gdLst/>
              <a:ahLst/>
              <a:cxnLst/>
              <a:rect l="l" t="t" r="r" b="b"/>
              <a:pathLst>
                <a:path w="3025140" h="852805">
                  <a:moveTo>
                    <a:pt x="0" y="142044"/>
                  </a:moveTo>
                  <a:lnTo>
                    <a:pt x="7241" y="97147"/>
                  </a:lnTo>
                  <a:lnTo>
                    <a:pt x="27406" y="58154"/>
                  </a:lnTo>
                  <a:lnTo>
                    <a:pt x="58154" y="27406"/>
                  </a:lnTo>
                  <a:lnTo>
                    <a:pt x="97146" y="7241"/>
                  </a:lnTo>
                  <a:lnTo>
                    <a:pt x="142043" y="0"/>
                  </a:lnTo>
                  <a:lnTo>
                    <a:pt x="2882741" y="0"/>
                  </a:lnTo>
                  <a:lnTo>
                    <a:pt x="2927639" y="7241"/>
                  </a:lnTo>
                  <a:lnTo>
                    <a:pt x="2966633" y="27406"/>
                  </a:lnTo>
                  <a:lnTo>
                    <a:pt x="2997383" y="58154"/>
                  </a:lnTo>
                  <a:lnTo>
                    <a:pt x="3017549" y="97147"/>
                  </a:lnTo>
                  <a:lnTo>
                    <a:pt x="3024791" y="142044"/>
                  </a:lnTo>
                  <a:lnTo>
                    <a:pt x="3024791" y="710198"/>
                  </a:lnTo>
                  <a:lnTo>
                    <a:pt x="3017549" y="755095"/>
                  </a:lnTo>
                  <a:lnTo>
                    <a:pt x="2997383" y="794087"/>
                  </a:lnTo>
                  <a:lnTo>
                    <a:pt x="2966633" y="824836"/>
                  </a:lnTo>
                  <a:lnTo>
                    <a:pt x="2927639" y="845001"/>
                  </a:lnTo>
                  <a:lnTo>
                    <a:pt x="2882741" y="852242"/>
                  </a:lnTo>
                  <a:lnTo>
                    <a:pt x="142043" y="852242"/>
                  </a:lnTo>
                  <a:lnTo>
                    <a:pt x="97146" y="845001"/>
                  </a:lnTo>
                  <a:lnTo>
                    <a:pt x="58154" y="824836"/>
                  </a:lnTo>
                  <a:lnTo>
                    <a:pt x="27406" y="794087"/>
                  </a:lnTo>
                  <a:lnTo>
                    <a:pt x="7241" y="755095"/>
                  </a:lnTo>
                  <a:lnTo>
                    <a:pt x="0" y="710198"/>
                  </a:lnTo>
                  <a:lnTo>
                    <a:pt x="0" y="14204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115055" y="1499616"/>
              <a:ext cx="1109471" cy="810767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02063" y="1520177"/>
              <a:ext cx="982344" cy="632460"/>
            </a:xfrm>
            <a:custGeom>
              <a:avLst/>
              <a:gdLst/>
              <a:ahLst/>
              <a:cxnLst/>
              <a:rect l="l" t="t" r="r" b="b"/>
              <a:pathLst>
                <a:path w="982345" h="632460">
                  <a:moveTo>
                    <a:pt x="11315" y="523316"/>
                  </a:moveTo>
                  <a:lnTo>
                    <a:pt x="1905" y="528015"/>
                  </a:lnTo>
                  <a:lnTo>
                    <a:pt x="0" y="533742"/>
                  </a:lnTo>
                  <a:lnTo>
                    <a:pt x="49136" y="631939"/>
                  </a:lnTo>
                  <a:lnTo>
                    <a:pt x="60978" y="614337"/>
                  </a:lnTo>
                  <a:lnTo>
                    <a:pt x="59778" y="614337"/>
                  </a:lnTo>
                  <a:lnTo>
                    <a:pt x="40906" y="611809"/>
                  </a:lnTo>
                  <a:lnTo>
                    <a:pt x="42481" y="600278"/>
                  </a:lnTo>
                  <a:lnTo>
                    <a:pt x="45923" y="584835"/>
                  </a:lnTo>
                  <a:lnTo>
                    <a:pt x="46281" y="583669"/>
                  </a:lnTo>
                  <a:lnTo>
                    <a:pt x="17030" y="525221"/>
                  </a:lnTo>
                  <a:lnTo>
                    <a:pt x="11315" y="523316"/>
                  </a:lnTo>
                  <a:close/>
                </a:path>
                <a:path w="982345" h="632460">
                  <a:moveTo>
                    <a:pt x="46281" y="583669"/>
                  </a:moveTo>
                  <a:lnTo>
                    <a:pt x="45923" y="584835"/>
                  </a:lnTo>
                  <a:lnTo>
                    <a:pt x="42481" y="600278"/>
                  </a:lnTo>
                  <a:lnTo>
                    <a:pt x="40906" y="611809"/>
                  </a:lnTo>
                  <a:lnTo>
                    <a:pt x="59778" y="614337"/>
                  </a:lnTo>
                  <a:lnTo>
                    <a:pt x="60505" y="608812"/>
                  </a:lnTo>
                  <a:lnTo>
                    <a:pt x="58864" y="608812"/>
                  </a:lnTo>
                  <a:lnTo>
                    <a:pt x="42443" y="607758"/>
                  </a:lnTo>
                  <a:lnTo>
                    <a:pt x="51556" y="594210"/>
                  </a:lnTo>
                  <a:lnTo>
                    <a:pt x="46281" y="583669"/>
                  </a:lnTo>
                  <a:close/>
                </a:path>
                <a:path w="982345" h="632460">
                  <a:moveTo>
                    <a:pt x="100533" y="529043"/>
                  </a:moveTo>
                  <a:lnTo>
                    <a:pt x="73761" y="562571"/>
                  </a:lnTo>
                  <a:lnTo>
                    <a:pt x="61086" y="604392"/>
                  </a:lnTo>
                  <a:lnTo>
                    <a:pt x="59778" y="614337"/>
                  </a:lnTo>
                  <a:lnTo>
                    <a:pt x="60978" y="614337"/>
                  </a:lnTo>
                  <a:lnTo>
                    <a:pt x="110426" y="540829"/>
                  </a:lnTo>
                  <a:lnTo>
                    <a:pt x="109270" y="534911"/>
                  </a:lnTo>
                  <a:lnTo>
                    <a:pt x="100533" y="529043"/>
                  </a:lnTo>
                  <a:close/>
                </a:path>
                <a:path w="982345" h="632460">
                  <a:moveTo>
                    <a:pt x="51556" y="594210"/>
                  </a:moveTo>
                  <a:lnTo>
                    <a:pt x="42443" y="607758"/>
                  </a:lnTo>
                  <a:lnTo>
                    <a:pt x="58864" y="608812"/>
                  </a:lnTo>
                  <a:lnTo>
                    <a:pt x="51556" y="594210"/>
                  </a:lnTo>
                  <a:close/>
                </a:path>
                <a:path w="982345" h="632460">
                  <a:moveTo>
                    <a:pt x="75893" y="558030"/>
                  </a:moveTo>
                  <a:lnTo>
                    <a:pt x="51556" y="594210"/>
                  </a:lnTo>
                  <a:lnTo>
                    <a:pt x="58864" y="608812"/>
                  </a:lnTo>
                  <a:lnTo>
                    <a:pt x="60505" y="608812"/>
                  </a:lnTo>
                  <a:lnTo>
                    <a:pt x="61086" y="604392"/>
                  </a:lnTo>
                  <a:lnTo>
                    <a:pt x="64134" y="590410"/>
                  </a:lnTo>
                  <a:lnTo>
                    <a:pt x="68376" y="576465"/>
                  </a:lnTo>
                  <a:lnTo>
                    <a:pt x="73761" y="562571"/>
                  </a:lnTo>
                  <a:lnTo>
                    <a:pt x="75893" y="558030"/>
                  </a:lnTo>
                  <a:close/>
                </a:path>
                <a:path w="982345" h="632460">
                  <a:moveTo>
                    <a:pt x="962723" y="0"/>
                  </a:moveTo>
                  <a:lnTo>
                    <a:pt x="957033" y="42646"/>
                  </a:lnTo>
                  <a:lnTo>
                    <a:pt x="940803" y="84112"/>
                  </a:lnTo>
                  <a:lnTo>
                    <a:pt x="904113" y="137807"/>
                  </a:lnTo>
                  <a:lnTo>
                    <a:pt x="852741" y="187261"/>
                  </a:lnTo>
                  <a:lnTo>
                    <a:pt x="789178" y="230670"/>
                  </a:lnTo>
                  <a:lnTo>
                    <a:pt x="753668" y="249466"/>
                  </a:lnTo>
                  <a:lnTo>
                    <a:pt x="716153" y="266014"/>
                  </a:lnTo>
                  <a:lnTo>
                    <a:pt x="676948" y="280060"/>
                  </a:lnTo>
                  <a:lnTo>
                    <a:pt x="636409" y="291376"/>
                  </a:lnTo>
                  <a:lnTo>
                    <a:pt x="594893" y="299732"/>
                  </a:lnTo>
                  <a:lnTo>
                    <a:pt x="552742" y="304901"/>
                  </a:lnTo>
                  <a:lnTo>
                    <a:pt x="467067" y="308457"/>
                  </a:lnTo>
                  <a:lnTo>
                    <a:pt x="423430" y="313804"/>
                  </a:lnTo>
                  <a:lnTo>
                    <a:pt x="380517" y="322440"/>
                  </a:lnTo>
                  <a:lnTo>
                    <a:pt x="338645" y="334124"/>
                  </a:lnTo>
                  <a:lnTo>
                    <a:pt x="298157" y="348627"/>
                  </a:lnTo>
                  <a:lnTo>
                    <a:pt x="259384" y="365721"/>
                  </a:lnTo>
                  <a:lnTo>
                    <a:pt x="222656" y="385178"/>
                  </a:lnTo>
                  <a:lnTo>
                    <a:pt x="188302" y="406768"/>
                  </a:lnTo>
                  <a:lnTo>
                    <a:pt x="156641" y="430275"/>
                  </a:lnTo>
                  <a:lnTo>
                    <a:pt x="128016" y="455472"/>
                  </a:lnTo>
                  <a:lnTo>
                    <a:pt x="81241" y="510171"/>
                  </a:lnTo>
                  <a:lnTo>
                    <a:pt x="56553" y="554418"/>
                  </a:lnTo>
                  <a:lnTo>
                    <a:pt x="46281" y="583669"/>
                  </a:lnTo>
                  <a:lnTo>
                    <a:pt x="51556" y="594210"/>
                  </a:lnTo>
                  <a:lnTo>
                    <a:pt x="75893" y="558030"/>
                  </a:lnTo>
                  <a:lnTo>
                    <a:pt x="80124" y="549020"/>
                  </a:lnTo>
                  <a:lnTo>
                    <a:pt x="96354" y="521754"/>
                  </a:lnTo>
                  <a:lnTo>
                    <a:pt x="140627" y="469760"/>
                  </a:lnTo>
                  <a:lnTo>
                    <a:pt x="198437" y="422884"/>
                  </a:lnTo>
                  <a:lnTo>
                    <a:pt x="231584" y="402005"/>
                  </a:lnTo>
                  <a:lnTo>
                    <a:pt x="267081" y="383146"/>
                  </a:lnTo>
                  <a:lnTo>
                    <a:pt x="304596" y="366560"/>
                  </a:lnTo>
                  <a:lnTo>
                    <a:pt x="343776" y="352463"/>
                  </a:lnTo>
                  <a:lnTo>
                    <a:pt x="384276" y="341109"/>
                  </a:lnTo>
                  <a:lnTo>
                    <a:pt x="425754" y="332701"/>
                  </a:lnTo>
                  <a:lnTo>
                    <a:pt x="467868" y="327494"/>
                  </a:lnTo>
                  <a:lnTo>
                    <a:pt x="555066" y="323799"/>
                  </a:lnTo>
                  <a:lnTo>
                    <a:pt x="598665" y="318401"/>
                  </a:lnTo>
                  <a:lnTo>
                    <a:pt x="641540" y="309727"/>
                  </a:lnTo>
                  <a:lnTo>
                    <a:pt x="683374" y="297992"/>
                  </a:lnTo>
                  <a:lnTo>
                    <a:pt x="723836" y="283438"/>
                  </a:lnTo>
                  <a:lnTo>
                    <a:pt x="762596" y="266306"/>
                  </a:lnTo>
                  <a:lnTo>
                    <a:pt x="799325" y="246786"/>
                  </a:lnTo>
                  <a:lnTo>
                    <a:pt x="833691" y="225132"/>
                  </a:lnTo>
                  <a:lnTo>
                    <a:pt x="865352" y="201549"/>
                  </a:lnTo>
                  <a:lnTo>
                    <a:pt x="893978" y="176237"/>
                  </a:lnTo>
                  <a:lnTo>
                    <a:pt x="940752" y="121246"/>
                  </a:lnTo>
                  <a:lnTo>
                    <a:pt x="965085" y="77279"/>
                  </a:lnTo>
                  <a:lnTo>
                    <a:pt x="979030" y="31254"/>
                  </a:lnTo>
                  <a:lnTo>
                    <a:pt x="981748" y="850"/>
                  </a:lnTo>
                  <a:lnTo>
                    <a:pt x="9627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056632" y="1499616"/>
              <a:ext cx="1487423" cy="1392936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098719" y="1520291"/>
              <a:ext cx="1358900" cy="1214120"/>
            </a:xfrm>
            <a:custGeom>
              <a:avLst/>
              <a:gdLst/>
              <a:ahLst/>
              <a:cxnLst/>
              <a:rect l="l" t="t" r="r" b="b"/>
              <a:pathLst>
                <a:path w="1358900" h="1214120">
                  <a:moveTo>
                    <a:pt x="1258519" y="1109268"/>
                  </a:moveTo>
                  <a:lnTo>
                    <a:pt x="1249603" y="1114869"/>
                  </a:lnTo>
                  <a:lnTo>
                    <a:pt x="1248270" y="1120749"/>
                  </a:lnTo>
                  <a:lnTo>
                    <a:pt x="1306702" y="1213713"/>
                  </a:lnTo>
                  <a:lnTo>
                    <a:pt x="1316726" y="1195146"/>
                  </a:lnTo>
                  <a:lnTo>
                    <a:pt x="1296555" y="1195146"/>
                  </a:lnTo>
                  <a:lnTo>
                    <a:pt x="1296276" y="1186179"/>
                  </a:lnTo>
                  <a:lnTo>
                    <a:pt x="1293571" y="1158392"/>
                  </a:lnTo>
                  <a:lnTo>
                    <a:pt x="1293276" y="1156558"/>
                  </a:lnTo>
                  <a:lnTo>
                    <a:pt x="1264399" y="1110614"/>
                  </a:lnTo>
                  <a:lnTo>
                    <a:pt x="1258519" y="1109268"/>
                  </a:lnTo>
                  <a:close/>
                </a:path>
                <a:path w="1358900" h="1214120">
                  <a:moveTo>
                    <a:pt x="1293276" y="1156558"/>
                  </a:moveTo>
                  <a:lnTo>
                    <a:pt x="1293571" y="1158392"/>
                  </a:lnTo>
                  <a:lnTo>
                    <a:pt x="1296276" y="1186179"/>
                  </a:lnTo>
                  <a:lnTo>
                    <a:pt x="1296555" y="1195146"/>
                  </a:lnTo>
                  <a:lnTo>
                    <a:pt x="1315593" y="1194511"/>
                  </a:lnTo>
                  <a:lnTo>
                    <a:pt x="1315445" y="1190294"/>
                  </a:lnTo>
                  <a:lnTo>
                    <a:pt x="1297698" y="1190294"/>
                  </a:lnTo>
                  <a:lnTo>
                    <a:pt x="1305452" y="1175931"/>
                  </a:lnTo>
                  <a:lnTo>
                    <a:pt x="1293276" y="1156558"/>
                  </a:lnTo>
                  <a:close/>
                </a:path>
                <a:path w="1358900" h="1214120">
                  <a:moveTo>
                    <a:pt x="1347876" y="1106322"/>
                  </a:moveTo>
                  <a:lnTo>
                    <a:pt x="1342097" y="1108049"/>
                  </a:lnTo>
                  <a:lnTo>
                    <a:pt x="1313025" y="1161902"/>
                  </a:lnTo>
                  <a:lnTo>
                    <a:pt x="1315237" y="1184313"/>
                  </a:lnTo>
                  <a:lnTo>
                    <a:pt x="1315593" y="1194511"/>
                  </a:lnTo>
                  <a:lnTo>
                    <a:pt x="1296555" y="1195146"/>
                  </a:lnTo>
                  <a:lnTo>
                    <a:pt x="1316726" y="1195146"/>
                  </a:lnTo>
                  <a:lnTo>
                    <a:pt x="1358861" y="1117091"/>
                  </a:lnTo>
                  <a:lnTo>
                    <a:pt x="1357134" y="1111313"/>
                  </a:lnTo>
                  <a:lnTo>
                    <a:pt x="1347876" y="1106322"/>
                  </a:lnTo>
                  <a:close/>
                </a:path>
                <a:path w="1358900" h="1214120">
                  <a:moveTo>
                    <a:pt x="1305452" y="1175931"/>
                  </a:moveTo>
                  <a:lnTo>
                    <a:pt x="1297698" y="1190294"/>
                  </a:lnTo>
                  <a:lnTo>
                    <a:pt x="1314145" y="1189761"/>
                  </a:lnTo>
                  <a:lnTo>
                    <a:pt x="1305452" y="1175931"/>
                  </a:lnTo>
                  <a:close/>
                </a:path>
                <a:path w="1358900" h="1214120">
                  <a:moveTo>
                    <a:pt x="1313025" y="1161902"/>
                  </a:moveTo>
                  <a:lnTo>
                    <a:pt x="1305452" y="1175931"/>
                  </a:lnTo>
                  <a:lnTo>
                    <a:pt x="1314145" y="1189761"/>
                  </a:lnTo>
                  <a:lnTo>
                    <a:pt x="1297698" y="1190294"/>
                  </a:lnTo>
                  <a:lnTo>
                    <a:pt x="1315445" y="1190294"/>
                  </a:lnTo>
                  <a:lnTo>
                    <a:pt x="1315237" y="1184313"/>
                  </a:lnTo>
                  <a:lnTo>
                    <a:pt x="1313025" y="1161902"/>
                  </a:lnTo>
                  <a:close/>
                </a:path>
                <a:path w="1358900" h="1214120">
                  <a:moveTo>
                    <a:pt x="19050" y="0"/>
                  </a:moveTo>
                  <a:lnTo>
                    <a:pt x="0" y="622"/>
                  </a:lnTo>
                  <a:lnTo>
                    <a:pt x="939" y="29057"/>
                  </a:lnTo>
                  <a:lnTo>
                    <a:pt x="3771" y="58038"/>
                  </a:lnTo>
                  <a:lnTo>
                    <a:pt x="14795" y="115544"/>
                  </a:lnTo>
                  <a:lnTo>
                    <a:pt x="32588" y="172059"/>
                  </a:lnTo>
                  <a:lnTo>
                    <a:pt x="56642" y="227114"/>
                  </a:lnTo>
                  <a:lnTo>
                    <a:pt x="86436" y="280288"/>
                  </a:lnTo>
                  <a:lnTo>
                    <a:pt x="121526" y="331152"/>
                  </a:lnTo>
                  <a:lnTo>
                    <a:pt x="161378" y="379272"/>
                  </a:lnTo>
                  <a:lnTo>
                    <a:pt x="205422" y="424078"/>
                  </a:lnTo>
                  <a:lnTo>
                    <a:pt x="253415" y="465429"/>
                  </a:lnTo>
                  <a:lnTo>
                    <a:pt x="304787" y="502729"/>
                  </a:lnTo>
                  <a:lnTo>
                    <a:pt x="359232" y="535635"/>
                  </a:lnTo>
                  <a:lnTo>
                    <a:pt x="415950" y="563498"/>
                  </a:lnTo>
                  <a:lnTo>
                    <a:pt x="474637" y="585965"/>
                  </a:lnTo>
                  <a:lnTo>
                    <a:pt x="534835" y="602602"/>
                  </a:lnTo>
                  <a:lnTo>
                    <a:pt x="596049" y="612940"/>
                  </a:lnTo>
                  <a:lnTo>
                    <a:pt x="688225" y="617397"/>
                  </a:lnTo>
                  <a:lnTo>
                    <a:pt x="718019" y="619963"/>
                  </a:lnTo>
                  <a:lnTo>
                    <a:pt x="777252" y="629970"/>
                  </a:lnTo>
                  <a:lnTo>
                    <a:pt x="835634" y="646099"/>
                  </a:lnTo>
                  <a:lnTo>
                    <a:pt x="892657" y="667943"/>
                  </a:lnTo>
                  <a:lnTo>
                    <a:pt x="947851" y="695058"/>
                  </a:lnTo>
                  <a:lnTo>
                    <a:pt x="1000747" y="727011"/>
                  </a:lnTo>
                  <a:lnTo>
                    <a:pt x="1051001" y="763485"/>
                  </a:lnTo>
                  <a:lnTo>
                    <a:pt x="1097800" y="803795"/>
                  </a:lnTo>
                  <a:lnTo>
                    <a:pt x="1140853" y="847623"/>
                  </a:lnTo>
                  <a:lnTo>
                    <a:pt x="1179525" y="894333"/>
                  </a:lnTo>
                  <a:lnTo>
                    <a:pt x="1213624" y="943775"/>
                  </a:lnTo>
                  <a:lnTo>
                    <a:pt x="1242542" y="995362"/>
                  </a:lnTo>
                  <a:lnTo>
                    <a:pt x="1265809" y="1048639"/>
                  </a:lnTo>
                  <a:lnTo>
                    <a:pt x="1282966" y="1103121"/>
                  </a:lnTo>
                  <a:lnTo>
                    <a:pt x="1293276" y="1156558"/>
                  </a:lnTo>
                  <a:lnTo>
                    <a:pt x="1305452" y="1175931"/>
                  </a:lnTo>
                  <a:lnTo>
                    <a:pt x="1313025" y="1161902"/>
                  </a:lnTo>
                  <a:lnTo>
                    <a:pt x="1312379" y="1155357"/>
                  </a:lnTo>
                  <a:lnTo>
                    <a:pt x="1307706" y="1126528"/>
                  </a:lnTo>
                  <a:lnTo>
                    <a:pt x="1293190" y="1069530"/>
                  </a:lnTo>
                  <a:lnTo>
                    <a:pt x="1272171" y="1013739"/>
                  </a:lnTo>
                  <a:lnTo>
                    <a:pt x="1245146" y="959624"/>
                  </a:lnTo>
                  <a:lnTo>
                    <a:pt x="1212621" y="907592"/>
                  </a:lnTo>
                  <a:lnTo>
                    <a:pt x="1175080" y="858075"/>
                  </a:lnTo>
                  <a:lnTo>
                    <a:pt x="1110221" y="789355"/>
                  </a:lnTo>
                  <a:lnTo>
                    <a:pt x="1062177" y="748068"/>
                  </a:lnTo>
                  <a:lnTo>
                    <a:pt x="1010932" y="710920"/>
                  </a:lnTo>
                  <a:lnTo>
                    <a:pt x="956627" y="678154"/>
                  </a:lnTo>
                  <a:lnTo>
                    <a:pt x="899871" y="650316"/>
                  </a:lnTo>
                  <a:lnTo>
                    <a:pt x="841146" y="627875"/>
                  </a:lnTo>
                  <a:lnTo>
                    <a:pt x="780923" y="611276"/>
                  </a:lnTo>
                  <a:lnTo>
                    <a:pt x="719645" y="600989"/>
                  </a:lnTo>
                  <a:lnTo>
                    <a:pt x="628535" y="596620"/>
                  </a:lnTo>
                  <a:lnTo>
                    <a:pt x="598716" y="594080"/>
                  </a:lnTo>
                  <a:lnTo>
                    <a:pt x="539445" y="584123"/>
                  </a:lnTo>
                  <a:lnTo>
                    <a:pt x="481025" y="568020"/>
                  </a:lnTo>
                  <a:lnTo>
                    <a:pt x="423964" y="546214"/>
                  </a:lnTo>
                  <a:lnTo>
                    <a:pt x="368731" y="519125"/>
                  </a:lnTo>
                  <a:lnTo>
                    <a:pt x="315975" y="487311"/>
                  </a:lnTo>
                  <a:lnTo>
                    <a:pt x="265849" y="450989"/>
                  </a:lnTo>
                  <a:lnTo>
                    <a:pt x="218998" y="410730"/>
                  </a:lnTo>
                  <a:lnTo>
                    <a:pt x="175780" y="366814"/>
                  </a:lnTo>
                  <a:lnTo>
                    <a:pt x="136956" y="319989"/>
                  </a:lnTo>
                  <a:lnTo>
                    <a:pt x="102831" y="270573"/>
                  </a:lnTo>
                  <a:lnTo>
                    <a:pt x="73888" y="219036"/>
                  </a:lnTo>
                  <a:lnTo>
                    <a:pt x="50596" y="165823"/>
                  </a:lnTo>
                  <a:lnTo>
                    <a:pt x="33388" y="111391"/>
                  </a:lnTo>
                  <a:lnTo>
                    <a:pt x="22720" y="56184"/>
                  </a:lnTo>
                  <a:lnTo>
                    <a:pt x="19989" y="2842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5482020" y="1884567"/>
            <a:ext cx="1308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solidFill>
                  <a:srgbClr val="800000"/>
                </a:solidFill>
                <a:latin typeface="Arial"/>
                <a:cs typeface="Arial"/>
              </a:rPr>
              <a:t>Assign</a:t>
            </a:r>
            <a:r>
              <a:rPr i="1" spc="-6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800000"/>
                </a:solidFill>
                <a:latin typeface="Arial"/>
                <a:cs typeface="Arial"/>
              </a:rPr>
              <a:t>tasks</a:t>
            </a:r>
            <a:endParaRPr>
              <a:latin typeface="Arial"/>
              <a:cs typeface="Arial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1840992" y="1196230"/>
            <a:ext cx="1423670" cy="725805"/>
            <a:chOff x="1840992" y="957072"/>
            <a:chExt cx="1423670" cy="725805"/>
          </a:xfrm>
        </p:grpSpPr>
        <p:sp>
          <p:nvSpPr>
            <p:cNvPr id="136" name="object 136"/>
            <p:cNvSpPr/>
            <p:nvPr/>
          </p:nvSpPr>
          <p:spPr>
            <a:xfrm>
              <a:off x="1840992" y="957072"/>
              <a:ext cx="1423416" cy="725424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154936" y="1097280"/>
              <a:ext cx="798576" cy="518160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892922" y="988453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69">
                  <a:moveTo>
                    <a:pt x="660400" y="0"/>
                  </a:moveTo>
                  <a:lnTo>
                    <a:pt x="596798" y="1426"/>
                  </a:lnTo>
                  <a:lnTo>
                    <a:pt x="534907" y="5620"/>
                  </a:lnTo>
                  <a:lnTo>
                    <a:pt x="475004" y="12450"/>
                  </a:lnTo>
                  <a:lnTo>
                    <a:pt x="417365" y="21786"/>
                  </a:lnTo>
                  <a:lnTo>
                    <a:pt x="362266" y="33496"/>
                  </a:lnTo>
                  <a:lnTo>
                    <a:pt x="309985" y="47451"/>
                  </a:lnTo>
                  <a:lnTo>
                    <a:pt x="260798" y="63520"/>
                  </a:lnTo>
                  <a:lnTo>
                    <a:pt x="214983" y="81571"/>
                  </a:lnTo>
                  <a:lnTo>
                    <a:pt x="172815" y="101475"/>
                  </a:lnTo>
                  <a:lnTo>
                    <a:pt x="134571" y="123101"/>
                  </a:lnTo>
                  <a:lnTo>
                    <a:pt x="100529" y="146318"/>
                  </a:lnTo>
                  <a:lnTo>
                    <a:pt x="70965" y="170996"/>
                  </a:lnTo>
                  <a:lnTo>
                    <a:pt x="26377" y="224210"/>
                  </a:lnTo>
                  <a:lnTo>
                    <a:pt x="3023" y="281700"/>
                  </a:lnTo>
                  <a:lnTo>
                    <a:pt x="0" y="311721"/>
                  </a:lnTo>
                  <a:lnTo>
                    <a:pt x="3023" y="341742"/>
                  </a:lnTo>
                  <a:lnTo>
                    <a:pt x="26377" y="399233"/>
                  </a:lnTo>
                  <a:lnTo>
                    <a:pt x="70965" y="452449"/>
                  </a:lnTo>
                  <a:lnTo>
                    <a:pt x="100529" y="477127"/>
                  </a:lnTo>
                  <a:lnTo>
                    <a:pt x="134571" y="500346"/>
                  </a:lnTo>
                  <a:lnTo>
                    <a:pt x="172815" y="521973"/>
                  </a:lnTo>
                  <a:lnTo>
                    <a:pt x="214983" y="541878"/>
                  </a:lnTo>
                  <a:lnTo>
                    <a:pt x="260798" y="559930"/>
                  </a:lnTo>
                  <a:lnTo>
                    <a:pt x="309985" y="576000"/>
                  </a:lnTo>
                  <a:lnTo>
                    <a:pt x="362266" y="589956"/>
                  </a:lnTo>
                  <a:lnTo>
                    <a:pt x="417365" y="601667"/>
                  </a:lnTo>
                  <a:lnTo>
                    <a:pt x="475004" y="611003"/>
                  </a:lnTo>
                  <a:lnTo>
                    <a:pt x="534907" y="617834"/>
                  </a:lnTo>
                  <a:lnTo>
                    <a:pt x="596798" y="622028"/>
                  </a:lnTo>
                  <a:lnTo>
                    <a:pt x="660400" y="623455"/>
                  </a:lnTo>
                  <a:lnTo>
                    <a:pt x="723999" y="622028"/>
                  </a:lnTo>
                  <a:lnTo>
                    <a:pt x="785888" y="617834"/>
                  </a:lnTo>
                  <a:lnTo>
                    <a:pt x="845790" y="611003"/>
                  </a:lnTo>
                  <a:lnTo>
                    <a:pt x="903429" y="601667"/>
                  </a:lnTo>
                  <a:lnTo>
                    <a:pt x="958527" y="589956"/>
                  </a:lnTo>
                  <a:lnTo>
                    <a:pt x="1010808" y="576000"/>
                  </a:lnTo>
                  <a:lnTo>
                    <a:pt x="1059995" y="559930"/>
                  </a:lnTo>
                  <a:lnTo>
                    <a:pt x="1105811" y="541878"/>
                  </a:lnTo>
                  <a:lnTo>
                    <a:pt x="1147980" y="521973"/>
                  </a:lnTo>
                  <a:lnTo>
                    <a:pt x="1186224" y="500346"/>
                  </a:lnTo>
                  <a:lnTo>
                    <a:pt x="1220267" y="477127"/>
                  </a:lnTo>
                  <a:lnTo>
                    <a:pt x="1249832" y="452449"/>
                  </a:lnTo>
                  <a:lnTo>
                    <a:pt x="1294421" y="399233"/>
                  </a:lnTo>
                  <a:lnTo>
                    <a:pt x="1317776" y="341742"/>
                  </a:lnTo>
                  <a:lnTo>
                    <a:pt x="1320800" y="311721"/>
                  </a:lnTo>
                  <a:lnTo>
                    <a:pt x="1317776" y="281700"/>
                  </a:lnTo>
                  <a:lnTo>
                    <a:pt x="1294421" y="224210"/>
                  </a:lnTo>
                  <a:lnTo>
                    <a:pt x="1249832" y="170996"/>
                  </a:lnTo>
                  <a:lnTo>
                    <a:pt x="1220267" y="146318"/>
                  </a:lnTo>
                  <a:lnTo>
                    <a:pt x="1186224" y="123101"/>
                  </a:lnTo>
                  <a:lnTo>
                    <a:pt x="1147980" y="101475"/>
                  </a:lnTo>
                  <a:lnTo>
                    <a:pt x="1105811" y="81571"/>
                  </a:lnTo>
                  <a:lnTo>
                    <a:pt x="1059995" y="63520"/>
                  </a:lnTo>
                  <a:lnTo>
                    <a:pt x="1010808" y="47451"/>
                  </a:lnTo>
                  <a:lnTo>
                    <a:pt x="958527" y="33496"/>
                  </a:lnTo>
                  <a:lnTo>
                    <a:pt x="903429" y="21786"/>
                  </a:lnTo>
                  <a:lnTo>
                    <a:pt x="845790" y="12450"/>
                  </a:lnTo>
                  <a:lnTo>
                    <a:pt x="785888" y="5620"/>
                  </a:lnTo>
                  <a:lnTo>
                    <a:pt x="723999" y="1426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832B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892922" y="988453"/>
              <a:ext cx="1320800" cy="623570"/>
            </a:xfrm>
            <a:custGeom>
              <a:avLst/>
              <a:gdLst/>
              <a:ahLst/>
              <a:cxnLst/>
              <a:rect l="l" t="t" r="r" b="b"/>
              <a:pathLst>
                <a:path w="1320800" h="623569">
                  <a:moveTo>
                    <a:pt x="0" y="311727"/>
                  </a:moveTo>
                  <a:lnTo>
                    <a:pt x="11908" y="252491"/>
                  </a:lnTo>
                  <a:lnTo>
                    <a:pt x="46156" y="197008"/>
                  </a:lnTo>
                  <a:lnTo>
                    <a:pt x="100529" y="146322"/>
                  </a:lnTo>
                  <a:lnTo>
                    <a:pt x="134572" y="123104"/>
                  </a:lnTo>
                  <a:lnTo>
                    <a:pt x="172815" y="101478"/>
                  </a:lnTo>
                  <a:lnTo>
                    <a:pt x="214984" y="81573"/>
                  </a:lnTo>
                  <a:lnTo>
                    <a:pt x="260799" y="63521"/>
                  </a:lnTo>
                  <a:lnTo>
                    <a:pt x="309986" y="47452"/>
                  </a:lnTo>
                  <a:lnTo>
                    <a:pt x="362267" y="33497"/>
                  </a:lnTo>
                  <a:lnTo>
                    <a:pt x="417366" y="21786"/>
                  </a:lnTo>
                  <a:lnTo>
                    <a:pt x="475005" y="12451"/>
                  </a:lnTo>
                  <a:lnTo>
                    <a:pt x="534908" y="5620"/>
                  </a:lnTo>
                  <a:lnTo>
                    <a:pt x="596799" y="1426"/>
                  </a:lnTo>
                  <a:lnTo>
                    <a:pt x="660400" y="0"/>
                  </a:lnTo>
                  <a:lnTo>
                    <a:pt x="724001" y="1426"/>
                  </a:lnTo>
                  <a:lnTo>
                    <a:pt x="785892" y="5620"/>
                  </a:lnTo>
                  <a:lnTo>
                    <a:pt x="845795" y="12451"/>
                  </a:lnTo>
                  <a:lnTo>
                    <a:pt x="903434" y="21786"/>
                  </a:lnTo>
                  <a:lnTo>
                    <a:pt x="958533" y="33497"/>
                  </a:lnTo>
                  <a:lnTo>
                    <a:pt x="1010814" y="47452"/>
                  </a:lnTo>
                  <a:lnTo>
                    <a:pt x="1060001" y="63521"/>
                  </a:lnTo>
                  <a:lnTo>
                    <a:pt x="1105817" y="81573"/>
                  </a:lnTo>
                  <a:lnTo>
                    <a:pt x="1147985" y="101478"/>
                  </a:lnTo>
                  <a:lnTo>
                    <a:pt x="1186228" y="123104"/>
                  </a:lnTo>
                  <a:lnTo>
                    <a:pt x="1220271" y="146322"/>
                  </a:lnTo>
                  <a:lnTo>
                    <a:pt x="1249835" y="171000"/>
                  </a:lnTo>
                  <a:lnTo>
                    <a:pt x="1294422" y="224215"/>
                  </a:lnTo>
                  <a:lnTo>
                    <a:pt x="1317777" y="281705"/>
                  </a:lnTo>
                  <a:lnTo>
                    <a:pt x="1320800" y="311727"/>
                  </a:lnTo>
                  <a:lnTo>
                    <a:pt x="1317777" y="341748"/>
                  </a:lnTo>
                  <a:lnTo>
                    <a:pt x="1294422" y="399239"/>
                  </a:lnTo>
                  <a:lnTo>
                    <a:pt x="1249835" y="452454"/>
                  </a:lnTo>
                  <a:lnTo>
                    <a:pt x="1220271" y="477132"/>
                  </a:lnTo>
                  <a:lnTo>
                    <a:pt x="1186228" y="500350"/>
                  </a:lnTo>
                  <a:lnTo>
                    <a:pt x="1147985" y="521976"/>
                  </a:lnTo>
                  <a:lnTo>
                    <a:pt x="1105817" y="541881"/>
                  </a:lnTo>
                  <a:lnTo>
                    <a:pt x="1060001" y="559933"/>
                  </a:lnTo>
                  <a:lnTo>
                    <a:pt x="1010814" y="576002"/>
                  </a:lnTo>
                  <a:lnTo>
                    <a:pt x="958533" y="589957"/>
                  </a:lnTo>
                  <a:lnTo>
                    <a:pt x="903434" y="601668"/>
                  </a:lnTo>
                  <a:lnTo>
                    <a:pt x="845795" y="611004"/>
                  </a:lnTo>
                  <a:lnTo>
                    <a:pt x="785892" y="617834"/>
                  </a:lnTo>
                  <a:lnTo>
                    <a:pt x="724001" y="622028"/>
                  </a:lnTo>
                  <a:lnTo>
                    <a:pt x="660400" y="623455"/>
                  </a:lnTo>
                  <a:lnTo>
                    <a:pt x="596799" y="622028"/>
                  </a:lnTo>
                  <a:lnTo>
                    <a:pt x="534908" y="617834"/>
                  </a:lnTo>
                  <a:lnTo>
                    <a:pt x="475005" y="611004"/>
                  </a:lnTo>
                  <a:lnTo>
                    <a:pt x="417366" y="601668"/>
                  </a:lnTo>
                  <a:lnTo>
                    <a:pt x="362267" y="589957"/>
                  </a:lnTo>
                  <a:lnTo>
                    <a:pt x="309986" y="576002"/>
                  </a:lnTo>
                  <a:lnTo>
                    <a:pt x="260799" y="559933"/>
                  </a:lnTo>
                  <a:lnTo>
                    <a:pt x="214984" y="541881"/>
                  </a:lnTo>
                  <a:lnTo>
                    <a:pt x="172815" y="521976"/>
                  </a:lnTo>
                  <a:lnTo>
                    <a:pt x="134572" y="500350"/>
                  </a:lnTo>
                  <a:lnTo>
                    <a:pt x="100529" y="477132"/>
                  </a:lnTo>
                  <a:lnTo>
                    <a:pt x="70965" y="452454"/>
                  </a:lnTo>
                  <a:lnTo>
                    <a:pt x="26377" y="399239"/>
                  </a:lnTo>
                  <a:lnTo>
                    <a:pt x="3023" y="341748"/>
                  </a:lnTo>
                  <a:lnTo>
                    <a:pt x="0" y="3117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2304072" y="1403999"/>
            <a:ext cx="4978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2417064" y="1421780"/>
            <a:ext cx="1701164" cy="957580"/>
            <a:chOff x="2417064" y="1182624"/>
            <a:chExt cx="1701164" cy="957580"/>
          </a:xfrm>
        </p:grpSpPr>
        <p:sp>
          <p:nvSpPr>
            <p:cNvPr id="142" name="object 142"/>
            <p:cNvSpPr/>
            <p:nvPr/>
          </p:nvSpPr>
          <p:spPr>
            <a:xfrm>
              <a:off x="2417064" y="1591056"/>
              <a:ext cx="274319" cy="548639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497988" y="1611909"/>
              <a:ext cx="111125" cy="369570"/>
            </a:xfrm>
            <a:custGeom>
              <a:avLst/>
              <a:gdLst/>
              <a:ahLst/>
              <a:cxnLst/>
              <a:rect l="l" t="t" r="r" b="b"/>
              <a:pathLst>
                <a:path w="111125" h="369569">
                  <a:moveTo>
                    <a:pt x="10629" y="263385"/>
                  </a:moveTo>
                  <a:lnTo>
                    <a:pt x="1536" y="268693"/>
                  </a:lnTo>
                  <a:lnTo>
                    <a:pt x="0" y="274523"/>
                  </a:lnTo>
                  <a:lnTo>
                    <a:pt x="55333" y="369366"/>
                  </a:lnTo>
                  <a:lnTo>
                    <a:pt x="66356" y="350469"/>
                  </a:lnTo>
                  <a:lnTo>
                    <a:pt x="45808" y="350469"/>
                  </a:lnTo>
                  <a:lnTo>
                    <a:pt x="45796" y="315225"/>
                  </a:lnTo>
                  <a:lnTo>
                    <a:pt x="16459" y="264921"/>
                  </a:lnTo>
                  <a:lnTo>
                    <a:pt x="10629" y="263385"/>
                  </a:lnTo>
                  <a:close/>
                </a:path>
                <a:path w="111125" h="369569">
                  <a:moveTo>
                    <a:pt x="45808" y="315247"/>
                  </a:moveTo>
                  <a:lnTo>
                    <a:pt x="45808" y="350469"/>
                  </a:lnTo>
                  <a:lnTo>
                    <a:pt x="64858" y="350469"/>
                  </a:lnTo>
                  <a:lnTo>
                    <a:pt x="64858" y="345668"/>
                  </a:lnTo>
                  <a:lnTo>
                    <a:pt x="47104" y="345668"/>
                  </a:lnTo>
                  <a:lnTo>
                    <a:pt x="55327" y="331568"/>
                  </a:lnTo>
                  <a:lnTo>
                    <a:pt x="45808" y="315247"/>
                  </a:lnTo>
                  <a:close/>
                </a:path>
                <a:path w="111125" h="369569">
                  <a:moveTo>
                    <a:pt x="100037" y="263385"/>
                  </a:moveTo>
                  <a:lnTo>
                    <a:pt x="94195" y="264921"/>
                  </a:lnTo>
                  <a:lnTo>
                    <a:pt x="64858" y="315225"/>
                  </a:lnTo>
                  <a:lnTo>
                    <a:pt x="64858" y="350469"/>
                  </a:lnTo>
                  <a:lnTo>
                    <a:pt x="66356" y="350469"/>
                  </a:lnTo>
                  <a:lnTo>
                    <a:pt x="110655" y="274523"/>
                  </a:lnTo>
                  <a:lnTo>
                    <a:pt x="109118" y="268693"/>
                  </a:lnTo>
                  <a:lnTo>
                    <a:pt x="100037" y="263385"/>
                  </a:lnTo>
                  <a:close/>
                </a:path>
                <a:path w="111125" h="369569">
                  <a:moveTo>
                    <a:pt x="55327" y="331568"/>
                  </a:moveTo>
                  <a:lnTo>
                    <a:pt x="47104" y="345668"/>
                  </a:lnTo>
                  <a:lnTo>
                    <a:pt x="63550" y="345668"/>
                  </a:lnTo>
                  <a:lnTo>
                    <a:pt x="55327" y="331568"/>
                  </a:lnTo>
                  <a:close/>
                </a:path>
                <a:path w="111125" h="369569">
                  <a:moveTo>
                    <a:pt x="64858" y="315225"/>
                  </a:moveTo>
                  <a:lnTo>
                    <a:pt x="55327" y="331568"/>
                  </a:lnTo>
                  <a:lnTo>
                    <a:pt x="63550" y="345668"/>
                  </a:lnTo>
                  <a:lnTo>
                    <a:pt x="64858" y="345668"/>
                  </a:lnTo>
                  <a:lnTo>
                    <a:pt x="64858" y="315225"/>
                  </a:lnTo>
                  <a:close/>
                </a:path>
                <a:path w="111125" h="369569">
                  <a:moveTo>
                    <a:pt x="64858" y="0"/>
                  </a:moveTo>
                  <a:lnTo>
                    <a:pt x="45808" y="0"/>
                  </a:lnTo>
                  <a:lnTo>
                    <a:pt x="45808" y="315247"/>
                  </a:lnTo>
                  <a:lnTo>
                    <a:pt x="55327" y="331568"/>
                  </a:lnTo>
                  <a:lnTo>
                    <a:pt x="64846" y="315247"/>
                  </a:lnTo>
                  <a:lnTo>
                    <a:pt x="64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971800" y="1493520"/>
              <a:ext cx="377951" cy="451103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012579" y="1515008"/>
              <a:ext cx="201295" cy="272415"/>
            </a:xfrm>
            <a:custGeom>
              <a:avLst/>
              <a:gdLst/>
              <a:ahLst/>
              <a:cxnLst/>
              <a:rect l="l" t="t" r="r" b="b"/>
              <a:pathLst>
                <a:path w="201294" h="272414">
                  <a:moveTo>
                    <a:pt x="108369" y="210553"/>
                  </a:moveTo>
                  <a:lnTo>
                    <a:pt x="102742" y="212725"/>
                  </a:lnTo>
                  <a:lnTo>
                    <a:pt x="98501" y="222351"/>
                  </a:lnTo>
                  <a:lnTo>
                    <a:pt x="100685" y="227977"/>
                  </a:lnTo>
                  <a:lnTo>
                    <a:pt x="201167" y="272262"/>
                  </a:lnTo>
                  <a:lnTo>
                    <a:pt x="200199" y="262559"/>
                  </a:lnTo>
                  <a:lnTo>
                    <a:pt x="182346" y="262559"/>
                  </a:lnTo>
                  <a:lnTo>
                    <a:pt x="161654" y="234035"/>
                  </a:lnTo>
                  <a:lnTo>
                    <a:pt x="108369" y="210553"/>
                  </a:lnTo>
                  <a:close/>
                </a:path>
                <a:path w="201294" h="272414">
                  <a:moveTo>
                    <a:pt x="161654" y="234035"/>
                  </a:moveTo>
                  <a:lnTo>
                    <a:pt x="182346" y="262559"/>
                  </a:lnTo>
                  <a:lnTo>
                    <a:pt x="188757" y="257911"/>
                  </a:lnTo>
                  <a:lnTo>
                    <a:pt x="180581" y="257911"/>
                  </a:lnTo>
                  <a:lnTo>
                    <a:pt x="178959" y="241661"/>
                  </a:lnTo>
                  <a:lnTo>
                    <a:pt x="161654" y="234035"/>
                  </a:lnTo>
                  <a:close/>
                </a:path>
                <a:path w="201294" h="272414">
                  <a:moveTo>
                    <a:pt x="185585" y="159181"/>
                  </a:moveTo>
                  <a:lnTo>
                    <a:pt x="175120" y="160223"/>
                  </a:lnTo>
                  <a:lnTo>
                    <a:pt x="171297" y="164896"/>
                  </a:lnTo>
                  <a:lnTo>
                    <a:pt x="177081" y="222842"/>
                  </a:lnTo>
                  <a:lnTo>
                    <a:pt x="197777" y="251371"/>
                  </a:lnTo>
                  <a:lnTo>
                    <a:pt x="182346" y="262559"/>
                  </a:lnTo>
                  <a:lnTo>
                    <a:pt x="200199" y="262559"/>
                  </a:lnTo>
                  <a:lnTo>
                    <a:pt x="190258" y="163004"/>
                  </a:lnTo>
                  <a:lnTo>
                    <a:pt x="185585" y="159181"/>
                  </a:lnTo>
                  <a:close/>
                </a:path>
                <a:path w="201294" h="272414">
                  <a:moveTo>
                    <a:pt x="178959" y="241661"/>
                  </a:moveTo>
                  <a:lnTo>
                    <a:pt x="180581" y="257911"/>
                  </a:lnTo>
                  <a:lnTo>
                    <a:pt x="193903" y="248246"/>
                  </a:lnTo>
                  <a:lnTo>
                    <a:pt x="178959" y="241661"/>
                  </a:lnTo>
                  <a:close/>
                </a:path>
                <a:path w="201294" h="272414">
                  <a:moveTo>
                    <a:pt x="177081" y="222842"/>
                  </a:moveTo>
                  <a:lnTo>
                    <a:pt x="178959" y="241661"/>
                  </a:lnTo>
                  <a:lnTo>
                    <a:pt x="193903" y="248246"/>
                  </a:lnTo>
                  <a:lnTo>
                    <a:pt x="180581" y="257911"/>
                  </a:lnTo>
                  <a:lnTo>
                    <a:pt x="188757" y="257911"/>
                  </a:lnTo>
                  <a:lnTo>
                    <a:pt x="197777" y="251371"/>
                  </a:lnTo>
                  <a:lnTo>
                    <a:pt x="177081" y="222842"/>
                  </a:lnTo>
                  <a:close/>
                </a:path>
                <a:path w="201294" h="272414">
                  <a:moveTo>
                    <a:pt x="15417" y="0"/>
                  </a:moveTo>
                  <a:lnTo>
                    <a:pt x="0" y="11188"/>
                  </a:lnTo>
                  <a:lnTo>
                    <a:pt x="161654" y="234035"/>
                  </a:lnTo>
                  <a:lnTo>
                    <a:pt x="178959" y="241661"/>
                  </a:lnTo>
                  <a:lnTo>
                    <a:pt x="177081" y="222842"/>
                  </a:lnTo>
                  <a:lnTo>
                    <a:pt x="154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172968" y="1182624"/>
              <a:ext cx="944880" cy="274320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213722" y="1244854"/>
              <a:ext cx="767715" cy="111125"/>
            </a:xfrm>
            <a:custGeom>
              <a:avLst/>
              <a:gdLst/>
              <a:ahLst/>
              <a:cxnLst/>
              <a:rect l="l" t="t" r="r" b="b"/>
              <a:pathLst>
                <a:path w="767714" h="111125">
                  <a:moveTo>
                    <a:pt x="729397" y="55326"/>
                  </a:moveTo>
                  <a:lnTo>
                    <a:pt x="662749" y="94195"/>
                  </a:lnTo>
                  <a:lnTo>
                    <a:pt x="661212" y="100025"/>
                  </a:lnTo>
                  <a:lnTo>
                    <a:pt x="666508" y="109118"/>
                  </a:lnTo>
                  <a:lnTo>
                    <a:pt x="672350" y="110655"/>
                  </a:lnTo>
                  <a:lnTo>
                    <a:pt x="750868" y="64846"/>
                  </a:lnTo>
                  <a:lnTo>
                    <a:pt x="748296" y="64846"/>
                  </a:lnTo>
                  <a:lnTo>
                    <a:pt x="748296" y="63550"/>
                  </a:lnTo>
                  <a:lnTo>
                    <a:pt x="743496" y="63550"/>
                  </a:lnTo>
                  <a:lnTo>
                    <a:pt x="729397" y="55326"/>
                  </a:lnTo>
                  <a:close/>
                </a:path>
                <a:path w="767714" h="111125">
                  <a:moveTo>
                    <a:pt x="713061" y="45796"/>
                  </a:moveTo>
                  <a:lnTo>
                    <a:pt x="0" y="45796"/>
                  </a:lnTo>
                  <a:lnTo>
                    <a:pt x="0" y="64846"/>
                  </a:lnTo>
                  <a:lnTo>
                    <a:pt x="713074" y="64846"/>
                  </a:lnTo>
                  <a:lnTo>
                    <a:pt x="729397" y="55326"/>
                  </a:lnTo>
                  <a:lnTo>
                    <a:pt x="713061" y="45796"/>
                  </a:lnTo>
                  <a:close/>
                </a:path>
                <a:path w="767714" h="111125">
                  <a:moveTo>
                    <a:pt x="750863" y="45796"/>
                  </a:moveTo>
                  <a:lnTo>
                    <a:pt x="748296" y="45796"/>
                  </a:lnTo>
                  <a:lnTo>
                    <a:pt x="748296" y="64846"/>
                  </a:lnTo>
                  <a:lnTo>
                    <a:pt x="750868" y="64846"/>
                  </a:lnTo>
                  <a:lnTo>
                    <a:pt x="767194" y="55321"/>
                  </a:lnTo>
                  <a:lnTo>
                    <a:pt x="750863" y="45796"/>
                  </a:lnTo>
                  <a:close/>
                </a:path>
                <a:path w="767714" h="111125">
                  <a:moveTo>
                    <a:pt x="743496" y="47104"/>
                  </a:moveTo>
                  <a:lnTo>
                    <a:pt x="729397" y="55326"/>
                  </a:lnTo>
                  <a:lnTo>
                    <a:pt x="743496" y="63550"/>
                  </a:lnTo>
                  <a:lnTo>
                    <a:pt x="743496" y="47104"/>
                  </a:lnTo>
                  <a:close/>
                </a:path>
                <a:path w="767714" h="111125">
                  <a:moveTo>
                    <a:pt x="748296" y="47104"/>
                  </a:moveTo>
                  <a:lnTo>
                    <a:pt x="743496" y="47104"/>
                  </a:lnTo>
                  <a:lnTo>
                    <a:pt x="743496" y="63550"/>
                  </a:lnTo>
                  <a:lnTo>
                    <a:pt x="748296" y="63550"/>
                  </a:lnTo>
                  <a:lnTo>
                    <a:pt x="748296" y="47104"/>
                  </a:lnTo>
                  <a:close/>
                </a:path>
                <a:path w="767714" h="111125">
                  <a:moveTo>
                    <a:pt x="672350" y="0"/>
                  </a:moveTo>
                  <a:lnTo>
                    <a:pt x="666508" y="1536"/>
                  </a:lnTo>
                  <a:lnTo>
                    <a:pt x="661212" y="10617"/>
                  </a:lnTo>
                  <a:lnTo>
                    <a:pt x="662749" y="16446"/>
                  </a:lnTo>
                  <a:lnTo>
                    <a:pt x="729406" y="55321"/>
                  </a:lnTo>
                  <a:lnTo>
                    <a:pt x="743496" y="47104"/>
                  </a:lnTo>
                  <a:lnTo>
                    <a:pt x="748296" y="47104"/>
                  </a:lnTo>
                  <a:lnTo>
                    <a:pt x="748296" y="45796"/>
                  </a:lnTo>
                  <a:lnTo>
                    <a:pt x="750863" y="45796"/>
                  </a:lnTo>
                  <a:lnTo>
                    <a:pt x="6723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3204870" y="1573671"/>
            <a:ext cx="5213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solidFill>
                  <a:srgbClr val="800000"/>
                </a:solidFill>
                <a:latin typeface="Arial"/>
                <a:cs typeface="Arial"/>
              </a:rPr>
              <a:t>fo</a:t>
            </a:r>
            <a:r>
              <a:rPr i="1" dirty="0">
                <a:solidFill>
                  <a:srgbClr val="800000"/>
                </a:solidFill>
                <a:latin typeface="Arial"/>
                <a:cs typeface="Arial"/>
              </a:rPr>
              <a:t>rks</a:t>
            </a:r>
            <a:endParaRPr>
              <a:latin typeface="Arial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5768111" y="5383672"/>
            <a:ext cx="1346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solidFill>
                  <a:srgbClr val="FF0000"/>
                </a:solidFill>
                <a:latin typeface="Arial"/>
                <a:cs typeface="Arial"/>
              </a:rPr>
              <a:t>R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work</a:t>
            </a:r>
            <a:r>
              <a:rPr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items</a:t>
            </a:r>
            <a:endParaRPr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565400" y="5789056"/>
            <a:ext cx="137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solidFill>
                  <a:srgbClr val="FF0000"/>
                </a:solidFill>
                <a:latin typeface="Arial"/>
                <a:cs typeface="Arial"/>
              </a:rPr>
              <a:t>M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work</a:t>
            </a:r>
            <a:r>
              <a:rPr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items</a:t>
            </a:r>
            <a:endParaRPr>
              <a:latin typeface="Arial"/>
              <a:cs typeface="Arial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4916423" y="2839100"/>
            <a:ext cx="1310640" cy="2344420"/>
            <a:chOff x="4916423" y="2599944"/>
            <a:chExt cx="1310640" cy="2344420"/>
          </a:xfrm>
        </p:grpSpPr>
        <p:sp>
          <p:nvSpPr>
            <p:cNvPr id="152" name="object 152"/>
            <p:cNvSpPr/>
            <p:nvPr/>
          </p:nvSpPr>
          <p:spPr>
            <a:xfrm>
              <a:off x="4916423" y="3240024"/>
              <a:ext cx="1310639" cy="1703832"/>
            </a:xfrm>
            <a:prstGeom prst="rect">
              <a:avLst/>
            </a:prstGeom>
            <a:blipFill>
              <a:blip r:embed="rId5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956886" y="3357384"/>
              <a:ext cx="1134110" cy="1526540"/>
            </a:xfrm>
            <a:custGeom>
              <a:avLst/>
              <a:gdLst/>
              <a:ahLst/>
              <a:cxnLst/>
              <a:rect l="l" t="t" r="r" b="b"/>
              <a:pathLst>
                <a:path w="1134110" h="1526539">
                  <a:moveTo>
                    <a:pt x="1111486" y="30376"/>
                  </a:moveTo>
                  <a:lnTo>
                    <a:pt x="1094109" y="37831"/>
                  </a:lnTo>
                  <a:lnTo>
                    <a:pt x="0" y="1514995"/>
                  </a:lnTo>
                  <a:lnTo>
                    <a:pt x="15316" y="1526336"/>
                  </a:lnTo>
                  <a:lnTo>
                    <a:pt x="1109421" y="49166"/>
                  </a:lnTo>
                  <a:lnTo>
                    <a:pt x="1111486" y="30376"/>
                  </a:lnTo>
                  <a:close/>
                </a:path>
                <a:path w="1134110" h="1526539">
                  <a:moveTo>
                    <a:pt x="1132937" y="9512"/>
                  </a:moveTo>
                  <a:lnTo>
                    <a:pt x="1115085" y="9512"/>
                  </a:lnTo>
                  <a:lnTo>
                    <a:pt x="1130401" y="20840"/>
                  </a:lnTo>
                  <a:lnTo>
                    <a:pt x="1109421" y="49166"/>
                  </a:lnTo>
                  <a:lnTo>
                    <a:pt x="1103058" y="107073"/>
                  </a:lnTo>
                  <a:lnTo>
                    <a:pt x="1106830" y="111772"/>
                  </a:lnTo>
                  <a:lnTo>
                    <a:pt x="1117282" y="112928"/>
                  </a:lnTo>
                  <a:lnTo>
                    <a:pt x="1121994" y="109143"/>
                  </a:lnTo>
                  <a:lnTo>
                    <a:pt x="1132937" y="9512"/>
                  </a:lnTo>
                  <a:close/>
                </a:path>
                <a:path w="1134110" h="1526539">
                  <a:moveTo>
                    <a:pt x="1133983" y="0"/>
                  </a:moveTo>
                  <a:lnTo>
                    <a:pt x="1033068" y="43294"/>
                  </a:lnTo>
                  <a:lnTo>
                    <a:pt x="1030833" y="48895"/>
                  </a:lnTo>
                  <a:lnTo>
                    <a:pt x="1034986" y="58559"/>
                  </a:lnTo>
                  <a:lnTo>
                    <a:pt x="1040587" y="60794"/>
                  </a:lnTo>
                  <a:lnTo>
                    <a:pt x="1094109" y="37831"/>
                  </a:lnTo>
                  <a:lnTo>
                    <a:pt x="1115085" y="9512"/>
                  </a:lnTo>
                  <a:lnTo>
                    <a:pt x="1132937" y="9512"/>
                  </a:lnTo>
                  <a:lnTo>
                    <a:pt x="1133983" y="0"/>
                  </a:lnTo>
                  <a:close/>
                </a:path>
                <a:path w="1134110" h="1526539">
                  <a:moveTo>
                    <a:pt x="1121352" y="14147"/>
                  </a:moveTo>
                  <a:lnTo>
                    <a:pt x="1113269" y="14147"/>
                  </a:lnTo>
                  <a:lnTo>
                    <a:pt x="1126489" y="23939"/>
                  </a:lnTo>
                  <a:lnTo>
                    <a:pt x="1111486" y="30376"/>
                  </a:lnTo>
                  <a:lnTo>
                    <a:pt x="1109421" y="49166"/>
                  </a:lnTo>
                  <a:lnTo>
                    <a:pt x="1130401" y="20840"/>
                  </a:lnTo>
                  <a:lnTo>
                    <a:pt x="1121352" y="14147"/>
                  </a:lnTo>
                  <a:close/>
                </a:path>
                <a:path w="1134110" h="1526539">
                  <a:moveTo>
                    <a:pt x="1115085" y="9512"/>
                  </a:moveTo>
                  <a:lnTo>
                    <a:pt x="1094109" y="37831"/>
                  </a:lnTo>
                  <a:lnTo>
                    <a:pt x="1111486" y="30376"/>
                  </a:lnTo>
                  <a:lnTo>
                    <a:pt x="1113269" y="14147"/>
                  </a:lnTo>
                  <a:lnTo>
                    <a:pt x="1121352" y="14147"/>
                  </a:lnTo>
                  <a:lnTo>
                    <a:pt x="1115085" y="9512"/>
                  </a:lnTo>
                  <a:close/>
                </a:path>
                <a:path w="1134110" h="1526539">
                  <a:moveTo>
                    <a:pt x="1113269" y="14147"/>
                  </a:moveTo>
                  <a:lnTo>
                    <a:pt x="1111486" y="30376"/>
                  </a:lnTo>
                  <a:lnTo>
                    <a:pt x="1126489" y="23939"/>
                  </a:lnTo>
                  <a:lnTo>
                    <a:pt x="1113269" y="14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916423" y="2599944"/>
              <a:ext cx="1310639" cy="1795271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956733" y="2621229"/>
              <a:ext cx="1134745" cy="1617345"/>
            </a:xfrm>
            <a:custGeom>
              <a:avLst/>
              <a:gdLst/>
              <a:ahLst/>
              <a:cxnLst/>
              <a:rect l="l" t="t" r="r" b="b"/>
              <a:pathLst>
                <a:path w="1134745" h="1617345">
                  <a:moveTo>
                    <a:pt x="1042441" y="1553895"/>
                  </a:moveTo>
                  <a:lnTo>
                    <a:pt x="1036789" y="1555978"/>
                  </a:lnTo>
                  <a:lnTo>
                    <a:pt x="1032370" y="1565528"/>
                  </a:lnTo>
                  <a:lnTo>
                    <a:pt x="1034453" y="1571180"/>
                  </a:lnTo>
                  <a:lnTo>
                    <a:pt x="1134135" y="1617243"/>
                  </a:lnTo>
                  <a:lnTo>
                    <a:pt x="1133310" y="1607184"/>
                  </a:lnTo>
                  <a:lnTo>
                    <a:pt x="1115491" y="1607184"/>
                  </a:lnTo>
                  <a:lnTo>
                    <a:pt x="1095325" y="1578327"/>
                  </a:lnTo>
                  <a:lnTo>
                    <a:pt x="1042441" y="1553895"/>
                  </a:lnTo>
                  <a:close/>
                </a:path>
                <a:path w="1134745" h="1617345">
                  <a:moveTo>
                    <a:pt x="1095325" y="1578327"/>
                  </a:moveTo>
                  <a:lnTo>
                    <a:pt x="1115491" y="1607184"/>
                  </a:lnTo>
                  <a:lnTo>
                    <a:pt x="1122152" y="1602524"/>
                  </a:lnTo>
                  <a:lnTo>
                    <a:pt x="1113815" y="1602524"/>
                  </a:lnTo>
                  <a:lnTo>
                    <a:pt x="1112480" y="1586252"/>
                  </a:lnTo>
                  <a:lnTo>
                    <a:pt x="1095325" y="1578327"/>
                  </a:lnTo>
                  <a:close/>
                </a:path>
                <a:path w="1134745" h="1617345">
                  <a:moveTo>
                    <a:pt x="1120559" y="1503895"/>
                  </a:moveTo>
                  <a:lnTo>
                    <a:pt x="1110068" y="1504759"/>
                  </a:lnTo>
                  <a:lnTo>
                    <a:pt x="1106170" y="1509356"/>
                  </a:lnTo>
                  <a:lnTo>
                    <a:pt x="1110933" y="1567404"/>
                  </a:lnTo>
                  <a:lnTo>
                    <a:pt x="1131100" y="1596263"/>
                  </a:lnTo>
                  <a:lnTo>
                    <a:pt x="1115491" y="1607184"/>
                  </a:lnTo>
                  <a:lnTo>
                    <a:pt x="1133310" y="1607184"/>
                  </a:lnTo>
                  <a:lnTo>
                    <a:pt x="1125156" y="1507794"/>
                  </a:lnTo>
                  <a:lnTo>
                    <a:pt x="1120559" y="1503895"/>
                  </a:lnTo>
                  <a:close/>
                </a:path>
                <a:path w="1134745" h="1617345">
                  <a:moveTo>
                    <a:pt x="1112480" y="1586252"/>
                  </a:moveTo>
                  <a:lnTo>
                    <a:pt x="1113815" y="1602524"/>
                  </a:lnTo>
                  <a:lnTo>
                    <a:pt x="1127302" y="1593100"/>
                  </a:lnTo>
                  <a:lnTo>
                    <a:pt x="1112480" y="1586252"/>
                  </a:lnTo>
                  <a:close/>
                </a:path>
                <a:path w="1134745" h="1617345">
                  <a:moveTo>
                    <a:pt x="1110933" y="1567404"/>
                  </a:moveTo>
                  <a:lnTo>
                    <a:pt x="1112480" y="1586252"/>
                  </a:lnTo>
                  <a:lnTo>
                    <a:pt x="1127302" y="1593100"/>
                  </a:lnTo>
                  <a:lnTo>
                    <a:pt x="1113815" y="1602524"/>
                  </a:lnTo>
                  <a:lnTo>
                    <a:pt x="1122152" y="1602524"/>
                  </a:lnTo>
                  <a:lnTo>
                    <a:pt x="1131100" y="1596263"/>
                  </a:lnTo>
                  <a:lnTo>
                    <a:pt x="1110933" y="1567404"/>
                  </a:lnTo>
                  <a:close/>
                </a:path>
                <a:path w="1134745" h="1617345">
                  <a:moveTo>
                    <a:pt x="15621" y="0"/>
                  </a:moveTo>
                  <a:lnTo>
                    <a:pt x="0" y="10921"/>
                  </a:lnTo>
                  <a:lnTo>
                    <a:pt x="1095325" y="1578327"/>
                  </a:lnTo>
                  <a:lnTo>
                    <a:pt x="1112480" y="1586252"/>
                  </a:lnTo>
                  <a:lnTo>
                    <a:pt x="1110933" y="1567404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4295711" y="2424064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32410" algn="l"/>
                <a:tab pos="659765" algn="l"/>
              </a:tabLst>
            </a:pPr>
            <a:r>
              <a:rPr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IF	</a:t>
            </a:r>
            <a:endParaRPr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4286821" y="3749944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1300" algn="l"/>
                <a:tab pos="659765" algn="l"/>
              </a:tabLst>
            </a:pPr>
            <a:r>
              <a:rPr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IF	</a:t>
            </a:r>
            <a:endParaRPr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4304588" y="5036200"/>
            <a:ext cx="67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3520" algn="l"/>
                <a:tab pos="659765" algn="l"/>
              </a:tabLst>
            </a:pPr>
            <a:r>
              <a:rPr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IF	</a:t>
            </a:r>
            <a:endParaRPr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5186984" y="6004448"/>
            <a:ext cx="13754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i="1" spc="-5" dirty="0">
                <a:solidFill>
                  <a:srgbClr val="FF0000"/>
                </a:solidFill>
                <a:latin typeface="Arial"/>
                <a:cs typeface="Arial"/>
              </a:rPr>
              <a:t>Intermediate</a:t>
            </a:r>
            <a:r>
              <a:rPr sz="1400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spc="-5" dirty="0">
                <a:solidFill>
                  <a:srgbClr val="FF0000"/>
                </a:solidFill>
                <a:latin typeface="Arial"/>
                <a:cs typeface="Arial"/>
              </a:rPr>
              <a:t>files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4352544" y="5487811"/>
            <a:ext cx="783590" cy="746760"/>
            <a:chOff x="4352544" y="5248655"/>
            <a:chExt cx="783590" cy="746760"/>
          </a:xfrm>
        </p:grpSpPr>
        <p:sp>
          <p:nvSpPr>
            <p:cNvPr id="161" name="object 161"/>
            <p:cNvSpPr/>
            <p:nvPr/>
          </p:nvSpPr>
          <p:spPr>
            <a:xfrm>
              <a:off x="4352544" y="5248655"/>
              <a:ext cx="783336" cy="746760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394708" y="5346268"/>
              <a:ext cx="701040" cy="585470"/>
            </a:xfrm>
            <a:custGeom>
              <a:avLst/>
              <a:gdLst/>
              <a:ahLst/>
              <a:cxnLst/>
              <a:rect l="l" t="t" r="r" b="b"/>
              <a:pathLst>
                <a:path w="701039" h="585470">
                  <a:moveTo>
                    <a:pt x="165432" y="22232"/>
                  </a:moveTo>
                  <a:lnTo>
                    <a:pt x="136334" y="65722"/>
                  </a:lnTo>
                  <a:lnTo>
                    <a:pt x="101752" y="138137"/>
                  </a:lnTo>
                  <a:lnTo>
                    <a:pt x="83045" y="179946"/>
                  </a:lnTo>
                  <a:lnTo>
                    <a:pt x="64452" y="224002"/>
                  </a:lnTo>
                  <a:lnTo>
                    <a:pt x="46761" y="269219"/>
                  </a:lnTo>
                  <a:lnTo>
                    <a:pt x="30784" y="314491"/>
                  </a:lnTo>
                  <a:lnTo>
                    <a:pt x="17322" y="358731"/>
                  </a:lnTo>
                  <a:lnTo>
                    <a:pt x="7200" y="400733"/>
                  </a:lnTo>
                  <a:lnTo>
                    <a:pt x="1181" y="439707"/>
                  </a:lnTo>
                  <a:lnTo>
                    <a:pt x="0" y="457718"/>
                  </a:lnTo>
                  <a:lnTo>
                    <a:pt x="190" y="474596"/>
                  </a:lnTo>
                  <a:lnTo>
                    <a:pt x="10236" y="516542"/>
                  </a:lnTo>
                  <a:lnTo>
                    <a:pt x="38112" y="545153"/>
                  </a:lnTo>
                  <a:lnTo>
                    <a:pt x="81178" y="563749"/>
                  </a:lnTo>
                  <a:lnTo>
                    <a:pt x="136918" y="575697"/>
                  </a:lnTo>
                  <a:lnTo>
                    <a:pt x="179489" y="580637"/>
                  </a:lnTo>
                  <a:lnTo>
                    <a:pt x="225348" y="583580"/>
                  </a:lnTo>
                  <a:lnTo>
                    <a:pt x="273532" y="584854"/>
                  </a:lnTo>
                  <a:lnTo>
                    <a:pt x="323075" y="584782"/>
                  </a:lnTo>
                  <a:lnTo>
                    <a:pt x="372973" y="583688"/>
                  </a:lnTo>
                  <a:lnTo>
                    <a:pt x="593216" y="574046"/>
                  </a:lnTo>
                  <a:lnTo>
                    <a:pt x="609561" y="573648"/>
                  </a:lnTo>
                  <a:lnTo>
                    <a:pt x="700862" y="573511"/>
                  </a:lnTo>
                  <a:lnTo>
                    <a:pt x="700862" y="572154"/>
                  </a:lnTo>
                  <a:lnTo>
                    <a:pt x="273519" y="572154"/>
                  </a:lnTo>
                  <a:lnTo>
                    <a:pt x="225678" y="570884"/>
                  </a:lnTo>
                  <a:lnTo>
                    <a:pt x="180301" y="567963"/>
                  </a:lnTo>
                  <a:lnTo>
                    <a:pt x="138391" y="563082"/>
                  </a:lnTo>
                  <a:lnTo>
                    <a:pt x="84467" y="551484"/>
                  </a:lnTo>
                  <a:lnTo>
                    <a:pt x="44272" y="534047"/>
                  </a:lnTo>
                  <a:lnTo>
                    <a:pt x="35454" y="527540"/>
                  </a:lnTo>
                  <a:lnTo>
                    <a:pt x="34582" y="526896"/>
                  </a:lnTo>
                  <a:lnTo>
                    <a:pt x="27919" y="520095"/>
                  </a:lnTo>
                  <a:lnTo>
                    <a:pt x="27736" y="520095"/>
                  </a:lnTo>
                  <a:lnTo>
                    <a:pt x="26936" y="519108"/>
                  </a:lnTo>
                  <a:lnTo>
                    <a:pt x="27086" y="519108"/>
                  </a:lnTo>
                  <a:lnTo>
                    <a:pt x="21982" y="511364"/>
                  </a:lnTo>
                  <a:lnTo>
                    <a:pt x="21831" y="511364"/>
                  </a:lnTo>
                  <a:lnTo>
                    <a:pt x="21259" y="510266"/>
                  </a:lnTo>
                  <a:lnTo>
                    <a:pt x="17481" y="500668"/>
                  </a:lnTo>
                  <a:lnTo>
                    <a:pt x="17094" y="499717"/>
                  </a:lnTo>
                  <a:lnTo>
                    <a:pt x="14274" y="487340"/>
                  </a:lnTo>
                  <a:lnTo>
                    <a:pt x="12814" y="473247"/>
                  </a:lnTo>
                  <a:lnTo>
                    <a:pt x="12700" y="457593"/>
                  </a:lnTo>
                  <a:lnTo>
                    <a:pt x="13855" y="440554"/>
                  </a:lnTo>
                  <a:lnTo>
                    <a:pt x="29667" y="361712"/>
                  </a:lnTo>
                  <a:lnTo>
                    <a:pt x="42938" y="318192"/>
                  </a:lnTo>
                  <a:lnTo>
                    <a:pt x="58737" y="273447"/>
                  </a:lnTo>
                  <a:lnTo>
                    <a:pt x="76276" y="228625"/>
                  </a:lnTo>
                  <a:lnTo>
                    <a:pt x="94754" y="184873"/>
                  </a:lnTo>
                  <a:lnTo>
                    <a:pt x="113347" y="143319"/>
                  </a:lnTo>
                  <a:lnTo>
                    <a:pt x="131279" y="105092"/>
                  </a:lnTo>
                  <a:lnTo>
                    <a:pt x="155155" y="56438"/>
                  </a:lnTo>
                  <a:lnTo>
                    <a:pt x="165923" y="35318"/>
                  </a:lnTo>
                  <a:lnTo>
                    <a:pt x="165432" y="22232"/>
                  </a:lnTo>
                  <a:close/>
                </a:path>
                <a:path w="701039" h="585470">
                  <a:moveTo>
                    <a:pt x="700862" y="573511"/>
                  </a:moveTo>
                  <a:lnTo>
                    <a:pt x="624357" y="573511"/>
                  </a:lnTo>
                  <a:lnTo>
                    <a:pt x="637438" y="573671"/>
                  </a:lnTo>
                  <a:lnTo>
                    <a:pt x="649236" y="574184"/>
                  </a:lnTo>
                  <a:lnTo>
                    <a:pt x="700862" y="574184"/>
                  </a:lnTo>
                  <a:lnTo>
                    <a:pt x="700862" y="573511"/>
                  </a:lnTo>
                  <a:close/>
                </a:path>
                <a:path w="701039" h="585470">
                  <a:moveTo>
                    <a:pt x="624509" y="560812"/>
                  </a:moveTo>
                  <a:lnTo>
                    <a:pt x="609447" y="560948"/>
                  </a:lnTo>
                  <a:lnTo>
                    <a:pt x="592912" y="561350"/>
                  </a:lnTo>
                  <a:lnTo>
                    <a:pt x="372516" y="570997"/>
                  </a:lnTo>
                  <a:lnTo>
                    <a:pt x="322795" y="572086"/>
                  </a:lnTo>
                  <a:lnTo>
                    <a:pt x="273519" y="572154"/>
                  </a:lnTo>
                  <a:lnTo>
                    <a:pt x="700862" y="572154"/>
                  </a:lnTo>
                  <a:lnTo>
                    <a:pt x="700862" y="561484"/>
                  </a:lnTo>
                  <a:lnTo>
                    <a:pt x="649236" y="561484"/>
                  </a:lnTo>
                  <a:lnTo>
                    <a:pt x="637997" y="560983"/>
                  </a:lnTo>
                  <a:lnTo>
                    <a:pt x="624509" y="560812"/>
                  </a:lnTo>
                  <a:close/>
                </a:path>
                <a:path w="701039" h="585470">
                  <a:moveTo>
                    <a:pt x="34582" y="526896"/>
                  </a:moveTo>
                  <a:lnTo>
                    <a:pt x="35331" y="527540"/>
                  </a:lnTo>
                  <a:lnTo>
                    <a:pt x="34990" y="527197"/>
                  </a:lnTo>
                  <a:lnTo>
                    <a:pt x="34582" y="526896"/>
                  </a:lnTo>
                  <a:close/>
                </a:path>
                <a:path w="701039" h="585470">
                  <a:moveTo>
                    <a:pt x="34990" y="527197"/>
                  </a:moveTo>
                  <a:lnTo>
                    <a:pt x="35331" y="527540"/>
                  </a:lnTo>
                  <a:lnTo>
                    <a:pt x="34990" y="527197"/>
                  </a:lnTo>
                  <a:close/>
                </a:path>
                <a:path w="701039" h="585470">
                  <a:moveTo>
                    <a:pt x="34690" y="526896"/>
                  </a:moveTo>
                  <a:lnTo>
                    <a:pt x="34990" y="527197"/>
                  </a:lnTo>
                  <a:lnTo>
                    <a:pt x="34690" y="526896"/>
                  </a:lnTo>
                  <a:close/>
                </a:path>
                <a:path w="701039" h="585470">
                  <a:moveTo>
                    <a:pt x="26936" y="519108"/>
                  </a:moveTo>
                  <a:lnTo>
                    <a:pt x="27736" y="520095"/>
                  </a:lnTo>
                  <a:lnTo>
                    <a:pt x="27379" y="519553"/>
                  </a:lnTo>
                  <a:lnTo>
                    <a:pt x="26936" y="519108"/>
                  </a:lnTo>
                  <a:close/>
                </a:path>
                <a:path w="701039" h="585470">
                  <a:moveTo>
                    <a:pt x="27379" y="519553"/>
                  </a:moveTo>
                  <a:lnTo>
                    <a:pt x="27736" y="520095"/>
                  </a:lnTo>
                  <a:lnTo>
                    <a:pt x="27919" y="520095"/>
                  </a:lnTo>
                  <a:lnTo>
                    <a:pt x="27379" y="519553"/>
                  </a:lnTo>
                  <a:close/>
                </a:path>
                <a:path w="701039" h="585470">
                  <a:moveTo>
                    <a:pt x="27086" y="519108"/>
                  </a:moveTo>
                  <a:lnTo>
                    <a:pt x="26936" y="519108"/>
                  </a:lnTo>
                  <a:lnTo>
                    <a:pt x="27379" y="519553"/>
                  </a:lnTo>
                  <a:lnTo>
                    <a:pt x="27086" y="519108"/>
                  </a:lnTo>
                  <a:close/>
                </a:path>
                <a:path w="701039" h="585470">
                  <a:moveTo>
                    <a:pt x="21259" y="510266"/>
                  </a:moveTo>
                  <a:lnTo>
                    <a:pt x="21831" y="511364"/>
                  </a:lnTo>
                  <a:lnTo>
                    <a:pt x="21586" y="510763"/>
                  </a:lnTo>
                  <a:lnTo>
                    <a:pt x="21259" y="510266"/>
                  </a:lnTo>
                  <a:close/>
                </a:path>
                <a:path w="701039" h="585470">
                  <a:moveTo>
                    <a:pt x="21586" y="510763"/>
                  </a:moveTo>
                  <a:lnTo>
                    <a:pt x="21831" y="511364"/>
                  </a:lnTo>
                  <a:lnTo>
                    <a:pt x="21982" y="511364"/>
                  </a:lnTo>
                  <a:lnTo>
                    <a:pt x="21586" y="510763"/>
                  </a:lnTo>
                  <a:close/>
                </a:path>
                <a:path w="701039" h="585470">
                  <a:moveTo>
                    <a:pt x="21385" y="510266"/>
                  </a:moveTo>
                  <a:lnTo>
                    <a:pt x="21586" y="510763"/>
                  </a:lnTo>
                  <a:lnTo>
                    <a:pt x="21385" y="510266"/>
                  </a:lnTo>
                  <a:close/>
                </a:path>
                <a:path w="701039" h="585470">
                  <a:moveTo>
                    <a:pt x="17094" y="499717"/>
                  </a:moveTo>
                  <a:lnTo>
                    <a:pt x="17399" y="500668"/>
                  </a:lnTo>
                  <a:lnTo>
                    <a:pt x="17287" y="500191"/>
                  </a:lnTo>
                  <a:lnTo>
                    <a:pt x="17094" y="499717"/>
                  </a:lnTo>
                  <a:close/>
                </a:path>
                <a:path w="701039" h="585470">
                  <a:moveTo>
                    <a:pt x="17287" y="500191"/>
                  </a:moveTo>
                  <a:lnTo>
                    <a:pt x="17399" y="500668"/>
                  </a:lnTo>
                  <a:lnTo>
                    <a:pt x="17287" y="500191"/>
                  </a:lnTo>
                  <a:close/>
                </a:path>
                <a:path w="701039" h="585470">
                  <a:moveTo>
                    <a:pt x="17176" y="499717"/>
                  </a:moveTo>
                  <a:lnTo>
                    <a:pt x="17287" y="500191"/>
                  </a:lnTo>
                  <a:lnTo>
                    <a:pt x="17176" y="499717"/>
                  </a:lnTo>
                  <a:close/>
                </a:path>
                <a:path w="701039" h="585470">
                  <a:moveTo>
                    <a:pt x="177610" y="8153"/>
                  </a:moveTo>
                  <a:lnTo>
                    <a:pt x="165747" y="8153"/>
                  </a:lnTo>
                  <a:lnTo>
                    <a:pt x="176987" y="14071"/>
                  </a:lnTo>
                  <a:lnTo>
                    <a:pt x="173050" y="21564"/>
                  </a:lnTo>
                  <a:lnTo>
                    <a:pt x="167919" y="31432"/>
                  </a:lnTo>
                  <a:lnTo>
                    <a:pt x="165923" y="35318"/>
                  </a:lnTo>
                  <a:lnTo>
                    <a:pt x="168465" y="103009"/>
                  </a:lnTo>
                  <a:lnTo>
                    <a:pt x="171411" y="105740"/>
                  </a:lnTo>
                  <a:lnTo>
                    <a:pt x="178422" y="105486"/>
                  </a:lnTo>
                  <a:lnTo>
                    <a:pt x="181152" y="102527"/>
                  </a:lnTo>
                  <a:lnTo>
                    <a:pt x="177610" y="8153"/>
                  </a:lnTo>
                  <a:close/>
                </a:path>
                <a:path w="701039" h="585470">
                  <a:moveTo>
                    <a:pt x="177304" y="0"/>
                  </a:moveTo>
                  <a:lnTo>
                    <a:pt x="89941" y="53822"/>
                  </a:lnTo>
                  <a:lnTo>
                    <a:pt x="89014" y="57734"/>
                  </a:lnTo>
                  <a:lnTo>
                    <a:pt x="92697" y="63703"/>
                  </a:lnTo>
                  <a:lnTo>
                    <a:pt x="96608" y="64630"/>
                  </a:lnTo>
                  <a:lnTo>
                    <a:pt x="155090" y="28603"/>
                  </a:lnTo>
                  <a:lnTo>
                    <a:pt x="156616" y="25628"/>
                  </a:lnTo>
                  <a:lnTo>
                    <a:pt x="161772" y="15709"/>
                  </a:lnTo>
                  <a:lnTo>
                    <a:pt x="165747" y="8153"/>
                  </a:lnTo>
                  <a:lnTo>
                    <a:pt x="177610" y="8153"/>
                  </a:lnTo>
                  <a:lnTo>
                    <a:pt x="177304" y="0"/>
                  </a:lnTo>
                  <a:close/>
                </a:path>
                <a:path w="701039" h="585470">
                  <a:moveTo>
                    <a:pt x="171825" y="11353"/>
                  </a:moveTo>
                  <a:lnTo>
                    <a:pt x="165023" y="11353"/>
                  </a:lnTo>
                  <a:lnTo>
                    <a:pt x="174701" y="16522"/>
                  </a:lnTo>
                  <a:lnTo>
                    <a:pt x="165432" y="22232"/>
                  </a:lnTo>
                  <a:lnTo>
                    <a:pt x="165923" y="35318"/>
                  </a:lnTo>
                  <a:lnTo>
                    <a:pt x="167919" y="31432"/>
                  </a:lnTo>
                  <a:lnTo>
                    <a:pt x="173050" y="21564"/>
                  </a:lnTo>
                  <a:lnTo>
                    <a:pt x="176987" y="14071"/>
                  </a:lnTo>
                  <a:lnTo>
                    <a:pt x="171825" y="11353"/>
                  </a:lnTo>
                  <a:close/>
                </a:path>
                <a:path w="701039" h="585470">
                  <a:moveTo>
                    <a:pt x="165747" y="8153"/>
                  </a:moveTo>
                  <a:lnTo>
                    <a:pt x="161772" y="15709"/>
                  </a:lnTo>
                  <a:lnTo>
                    <a:pt x="156616" y="25628"/>
                  </a:lnTo>
                  <a:lnTo>
                    <a:pt x="155090" y="28603"/>
                  </a:lnTo>
                  <a:lnTo>
                    <a:pt x="165432" y="22232"/>
                  </a:lnTo>
                  <a:lnTo>
                    <a:pt x="165023" y="11353"/>
                  </a:lnTo>
                  <a:lnTo>
                    <a:pt x="171825" y="11353"/>
                  </a:lnTo>
                  <a:lnTo>
                    <a:pt x="165747" y="8153"/>
                  </a:lnTo>
                  <a:close/>
                </a:path>
                <a:path w="701039" h="585470">
                  <a:moveTo>
                    <a:pt x="165023" y="11353"/>
                  </a:moveTo>
                  <a:lnTo>
                    <a:pt x="165432" y="22232"/>
                  </a:lnTo>
                  <a:lnTo>
                    <a:pt x="174701" y="16522"/>
                  </a:lnTo>
                  <a:lnTo>
                    <a:pt x="165023" y="1135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7" name="object 27">
            <a:extLst>
              <a:ext uri="{FF2B5EF4-FFF2-40B4-BE49-F238E27FC236}">
                <a16:creationId xmlns:a16="http://schemas.microsoft.com/office/drawing/2014/main" id="{58DAA790-677C-481E-830B-D66D03CC064C}"/>
              </a:ext>
            </a:extLst>
          </p:cNvPr>
          <p:cNvSpPr txBox="1"/>
          <p:nvPr/>
        </p:nvSpPr>
        <p:spPr>
          <a:xfrm>
            <a:off x="1924953" y="6164191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MAP</a:t>
            </a:r>
            <a:endParaRPr dirty="0">
              <a:latin typeface="Arial"/>
              <a:cs typeface="Arial"/>
            </a:endParaRPr>
          </a:p>
        </p:txBody>
      </p:sp>
      <p:sp>
        <p:nvSpPr>
          <p:cNvPr id="168" name="object 28">
            <a:extLst>
              <a:ext uri="{FF2B5EF4-FFF2-40B4-BE49-F238E27FC236}">
                <a16:creationId xmlns:a16="http://schemas.microsoft.com/office/drawing/2014/main" id="{E19901EA-913E-4FE1-9303-117B838AEBF3}"/>
              </a:ext>
            </a:extLst>
          </p:cNvPr>
          <p:cNvSpPr txBox="1"/>
          <p:nvPr/>
        </p:nvSpPr>
        <p:spPr>
          <a:xfrm>
            <a:off x="3163470" y="6164191"/>
            <a:ext cx="1080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HU</a:t>
            </a:r>
            <a:r>
              <a:rPr b="1" spc="-5" dirty="0">
                <a:latin typeface="Arial"/>
                <a:cs typeface="Arial"/>
              </a:rPr>
              <a:t>FFLE</a:t>
            </a:r>
            <a:endParaRPr>
              <a:latin typeface="Arial"/>
              <a:cs typeface="Arial"/>
            </a:endParaRPr>
          </a:p>
        </p:txBody>
      </p:sp>
      <p:sp>
        <p:nvSpPr>
          <p:cNvPr id="169" name="object 29">
            <a:extLst>
              <a:ext uri="{FF2B5EF4-FFF2-40B4-BE49-F238E27FC236}">
                <a16:creationId xmlns:a16="http://schemas.microsoft.com/office/drawing/2014/main" id="{7898EF81-B5D4-45AB-8421-4ACAD71E19DF}"/>
              </a:ext>
            </a:extLst>
          </p:cNvPr>
          <p:cNvSpPr txBox="1"/>
          <p:nvPr/>
        </p:nvSpPr>
        <p:spPr>
          <a:xfrm>
            <a:off x="5011903" y="6155047"/>
            <a:ext cx="990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R</a:t>
            </a:r>
            <a:r>
              <a:rPr b="1" spc="-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DUCE</a:t>
            </a:r>
            <a:endParaRPr>
              <a:latin typeface="Arial"/>
              <a:cs typeface="Arial"/>
            </a:endParaRPr>
          </a:p>
        </p:txBody>
      </p:sp>
      <p:sp>
        <p:nvSpPr>
          <p:cNvPr id="170" name="object 30">
            <a:extLst>
              <a:ext uri="{FF2B5EF4-FFF2-40B4-BE49-F238E27FC236}">
                <a16:creationId xmlns:a16="http://schemas.microsoft.com/office/drawing/2014/main" id="{937380C0-AA92-46C2-BDE4-BE30A4CE3261}"/>
              </a:ext>
            </a:extLst>
          </p:cNvPr>
          <p:cNvSpPr/>
          <p:nvPr/>
        </p:nvSpPr>
        <p:spPr>
          <a:xfrm>
            <a:off x="2543837" y="6276875"/>
            <a:ext cx="535305" cy="76200"/>
          </a:xfrm>
          <a:custGeom>
            <a:avLst/>
            <a:gdLst/>
            <a:ahLst/>
            <a:cxnLst/>
            <a:rect l="l" t="t" r="r" b="b"/>
            <a:pathLst>
              <a:path w="535304" h="76200">
                <a:moveTo>
                  <a:pt x="458660" y="0"/>
                </a:moveTo>
                <a:lnTo>
                  <a:pt x="458660" y="76200"/>
                </a:lnTo>
                <a:lnTo>
                  <a:pt x="522162" y="44450"/>
                </a:lnTo>
                <a:lnTo>
                  <a:pt x="471360" y="44450"/>
                </a:lnTo>
                <a:lnTo>
                  <a:pt x="471360" y="31750"/>
                </a:lnTo>
                <a:lnTo>
                  <a:pt x="522158" y="31750"/>
                </a:lnTo>
                <a:lnTo>
                  <a:pt x="458660" y="0"/>
                </a:lnTo>
                <a:close/>
              </a:path>
              <a:path w="535304" h="76200">
                <a:moveTo>
                  <a:pt x="45866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58660" y="44450"/>
                </a:lnTo>
                <a:lnTo>
                  <a:pt x="458660" y="31750"/>
                </a:lnTo>
                <a:close/>
              </a:path>
              <a:path w="535304" h="76200">
                <a:moveTo>
                  <a:pt x="522158" y="31750"/>
                </a:moveTo>
                <a:lnTo>
                  <a:pt x="471360" y="31750"/>
                </a:lnTo>
                <a:lnTo>
                  <a:pt x="471360" y="44450"/>
                </a:lnTo>
                <a:lnTo>
                  <a:pt x="522162" y="44450"/>
                </a:lnTo>
                <a:lnTo>
                  <a:pt x="534860" y="38101"/>
                </a:lnTo>
                <a:lnTo>
                  <a:pt x="52215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31">
            <a:extLst>
              <a:ext uri="{FF2B5EF4-FFF2-40B4-BE49-F238E27FC236}">
                <a16:creationId xmlns:a16="http://schemas.microsoft.com/office/drawing/2014/main" id="{4B51BE55-3EC6-4C52-9311-060953CEE5A2}"/>
              </a:ext>
            </a:extLst>
          </p:cNvPr>
          <p:cNvSpPr/>
          <p:nvPr/>
        </p:nvSpPr>
        <p:spPr>
          <a:xfrm>
            <a:off x="4312401" y="6268392"/>
            <a:ext cx="615315" cy="76200"/>
          </a:xfrm>
          <a:custGeom>
            <a:avLst/>
            <a:gdLst/>
            <a:ahLst/>
            <a:cxnLst/>
            <a:rect l="l" t="t" r="r" b="b"/>
            <a:pathLst>
              <a:path w="615314" h="76200">
                <a:moveTo>
                  <a:pt x="538962" y="44449"/>
                </a:moveTo>
                <a:lnTo>
                  <a:pt x="538962" y="76199"/>
                </a:lnTo>
                <a:lnTo>
                  <a:pt x="602462" y="44449"/>
                </a:lnTo>
                <a:lnTo>
                  <a:pt x="538962" y="44449"/>
                </a:lnTo>
                <a:close/>
              </a:path>
              <a:path w="615314" h="76200">
                <a:moveTo>
                  <a:pt x="538962" y="31749"/>
                </a:moveTo>
                <a:lnTo>
                  <a:pt x="538962" y="44449"/>
                </a:lnTo>
                <a:lnTo>
                  <a:pt x="551662" y="44449"/>
                </a:lnTo>
                <a:lnTo>
                  <a:pt x="551662" y="31749"/>
                </a:lnTo>
                <a:lnTo>
                  <a:pt x="538962" y="31749"/>
                </a:lnTo>
                <a:close/>
              </a:path>
              <a:path w="615314" h="76200">
                <a:moveTo>
                  <a:pt x="538962" y="0"/>
                </a:moveTo>
                <a:lnTo>
                  <a:pt x="538962" y="31749"/>
                </a:lnTo>
                <a:lnTo>
                  <a:pt x="551662" y="31749"/>
                </a:lnTo>
                <a:lnTo>
                  <a:pt x="551662" y="44449"/>
                </a:lnTo>
                <a:lnTo>
                  <a:pt x="602465" y="44448"/>
                </a:lnTo>
                <a:lnTo>
                  <a:pt x="615162" y="38099"/>
                </a:lnTo>
                <a:lnTo>
                  <a:pt x="538962" y="0"/>
                </a:lnTo>
                <a:close/>
              </a:path>
              <a:path w="615314" h="76200">
                <a:moveTo>
                  <a:pt x="0" y="31748"/>
                </a:moveTo>
                <a:lnTo>
                  <a:pt x="0" y="44448"/>
                </a:lnTo>
                <a:lnTo>
                  <a:pt x="538962" y="44449"/>
                </a:lnTo>
                <a:lnTo>
                  <a:pt x="538962" y="31749"/>
                </a:lnTo>
                <a:lnTo>
                  <a:pt x="0" y="31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452" y="772196"/>
            <a:ext cx="8318090" cy="511422"/>
          </a:xfrm>
        </p:spPr>
        <p:txBody>
          <a:bodyPr vert="horz" wrap="square" lIns="0" tIns="12700" rIns="0" bIns="0" rtlCol="0" anchor="ctr">
            <a:spAutoFit/>
          </a:bodyPr>
          <a:lstStyle/>
          <a:p>
            <a:r>
              <a:rPr lang="en-US" sz="3600" b="1" dirty="0"/>
              <a:t>Why is Map-Reduce Popular?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AA9F14-4919-4E11-8CC3-7C29DE3BB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2900"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rlito"/>
                <a:cs typeface="Carlito"/>
              </a:rPr>
              <a:t>Distributed computation </a:t>
            </a:r>
            <a:r>
              <a:rPr lang="en-US" sz="3200" spc="-25" dirty="0">
                <a:latin typeface="Carlito"/>
                <a:cs typeface="Carlito"/>
              </a:rPr>
              <a:t>before</a:t>
            </a:r>
            <a:r>
              <a:rPr lang="en-US" sz="3200" spc="30" dirty="0">
                <a:latin typeface="Carlito"/>
                <a:cs typeface="Carlito"/>
              </a:rPr>
              <a:t> </a:t>
            </a:r>
            <a:r>
              <a:rPr lang="en-US" sz="3200" spc="-10" dirty="0">
                <a:latin typeface="Carlito"/>
                <a:cs typeface="Carlito"/>
              </a:rPr>
              <a:t>MapReduce</a:t>
            </a:r>
            <a:endParaRPr lang="en-US" sz="3200" dirty="0">
              <a:latin typeface="Carlito"/>
              <a:cs typeface="Carlito"/>
            </a:endParaRPr>
          </a:p>
          <a:p>
            <a:pPr marL="755650" lvl="1" indent="-285750">
              <a:spcBef>
                <a:spcPts val="360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pc="-5" dirty="0">
                <a:latin typeface="Carlito"/>
                <a:cs typeface="Carlito"/>
              </a:rPr>
              <a:t>how </a:t>
            </a:r>
            <a:r>
              <a:rPr lang="en-US" spc="-15" dirty="0">
                <a:latin typeface="Carlito"/>
                <a:cs typeface="Carlito"/>
              </a:rPr>
              <a:t>to </a:t>
            </a:r>
            <a:r>
              <a:rPr lang="en-US" spc="-5" dirty="0">
                <a:latin typeface="Carlito"/>
                <a:cs typeface="Carlito"/>
              </a:rPr>
              <a:t>divide the </a:t>
            </a:r>
            <a:r>
              <a:rPr lang="en-US" spc="-10" dirty="0">
                <a:latin typeface="Carlito"/>
                <a:cs typeface="Carlito"/>
              </a:rPr>
              <a:t>workload </a:t>
            </a:r>
            <a:r>
              <a:rPr lang="en-US" spc="-5" dirty="0">
                <a:latin typeface="Carlito"/>
                <a:cs typeface="Carlito"/>
              </a:rPr>
              <a:t>among multiple</a:t>
            </a:r>
            <a:r>
              <a:rPr lang="en-US" spc="35" dirty="0">
                <a:latin typeface="Carlito"/>
                <a:cs typeface="Carlito"/>
              </a:rPr>
              <a:t> </a:t>
            </a:r>
            <a:r>
              <a:rPr lang="en-US" spc="-5" dirty="0">
                <a:latin typeface="Carlito"/>
                <a:cs typeface="Carlito"/>
              </a:rPr>
              <a:t>machines?</a:t>
            </a:r>
            <a:endParaRPr lang="en-US" dirty="0">
              <a:latin typeface="Carlito"/>
              <a:cs typeface="Carlito"/>
            </a:endParaRPr>
          </a:p>
          <a:p>
            <a:pPr marL="755650" lvl="1" indent="-285750">
              <a:spcBef>
                <a:spcPts val="285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pc="-5" dirty="0">
                <a:latin typeface="Carlito"/>
                <a:cs typeface="Carlito"/>
              </a:rPr>
              <a:t>how </a:t>
            </a:r>
            <a:r>
              <a:rPr lang="en-US" spc="-15" dirty="0">
                <a:latin typeface="Carlito"/>
                <a:cs typeface="Carlito"/>
              </a:rPr>
              <a:t>to </a:t>
            </a:r>
            <a:r>
              <a:rPr lang="en-US" spc="-10" dirty="0">
                <a:latin typeface="Carlito"/>
                <a:cs typeface="Carlito"/>
              </a:rPr>
              <a:t>distribute </a:t>
            </a:r>
            <a:r>
              <a:rPr lang="en-US" spc="-15" dirty="0">
                <a:latin typeface="Carlito"/>
                <a:cs typeface="Carlito"/>
              </a:rPr>
              <a:t>data </a:t>
            </a:r>
            <a:r>
              <a:rPr lang="en-US" dirty="0">
                <a:latin typeface="Carlito"/>
                <a:cs typeface="Carlito"/>
              </a:rPr>
              <a:t>and </a:t>
            </a:r>
            <a:r>
              <a:rPr lang="en-US" spc="-15" dirty="0">
                <a:latin typeface="Carlito"/>
                <a:cs typeface="Carlito"/>
              </a:rPr>
              <a:t>program to </a:t>
            </a:r>
            <a:r>
              <a:rPr lang="en-US" spc="-5" dirty="0">
                <a:latin typeface="Carlito"/>
                <a:cs typeface="Carlito"/>
              </a:rPr>
              <a:t>other</a:t>
            </a:r>
            <a:r>
              <a:rPr lang="en-US" spc="5" dirty="0">
                <a:latin typeface="Carlito"/>
                <a:cs typeface="Carlito"/>
              </a:rPr>
              <a:t> </a:t>
            </a:r>
            <a:r>
              <a:rPr lang="en-US" spc="-5" dirty="0">
                <a:latin typeface="Carlito"/>
                <a:cs typeface="Carlito"/>
              </a:rPr>
              <a:t>machines?</a:t>
            </a:r>
            <a:endParaRPr lang="en-US" dirty="0">
              <a:latin typeface="Carlito"/>
              <a:cs typeface="Carlito"/>
            </a:endParaRPr>
          </a:p>
          <a:p>
            <a:pPr marL="755650" lvl="1" indent="-285750">
              <a:spcBef>
                <a:spcPts val="285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pc="-5" dirty="0">
                <a:latin typeface="Carlito"/>
                <a:cs typeface="Carlito"/>
              </a:rPr>
              <a:t>how </a:t>
            </a:r>
            <a:r>
              <a:rPr lang="en-US" spc="-15" dirty="0">
                <a:latin typeface="Carlito"/>
                <a:cs typeface="Carlito"/>
              </a:rPr>
              <a:t>to </a:t>
            </a:r>
            <a:r>
              <a:rPr lang="en-US" spc="-5" dirty="0">
                <a:latin typeface="Carlito"/>
                <a:cs typeface="Carlito"/>
              </a:rPr>
              <a:t>schedule </a:t>
            </a:r>
            <a:r>
              <a:rPr lang="en-US" spc="-15" dirty="0">
                <a:latin typeface="Carlito"/>
                <a:cs typeface="Carlito"/>
              </a:rPr>
              <a:t>tasks?</a:t>
            </a:r>
            <a:endParaRPr lang="en-US" dirty="0">
              <a:latin typeface="Carlito"/>
              <a:cs typeface="Carlito"/>
            </a:endParaRPr>
          </a:p>
          <a:p>
            <a:pPr marL="755650" lvl="1" indent="-285750">
              <a:spcBef>
                <a:spcPts val="290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pc="-10" dirty="0">
                <a:latin typeface="Carlito"/>
                <a:cs typeface="Carlito"/>
              </a:rPr>
              <a:t>what </a:t>
            </a:r>
            <a:r>
              <a:rPr lang="en-US" dirty="0">
                <a:latin typeface="Carlito"/>
                <a:cs typeface="Carlito"/>
              </a:rPr>
              <a:t>happens </a:t>
            </a:r>
            <a:r>
              <a:rPr lang="en-US" spc="-5" dirty="0">
                <a:latin typeface="Carlito"/>
                <a:cs typeface="Carlito"/>
              </a:rPr>
              <a:t>if </a:t>
            </a:r>
            <a:r>
              <a:rPr lang="en-US" dirty="0">
                <a:latin typeface="Carlito"/>
                <a:cs typeface="Carlito"/>
              </a:rPr>
              <a:t>a </a:t>
            </a:r>
            <a:r>
              <a:rPr lang="en-US" spc="-10" dirty="0">
                <a:latin typeface="Carlito"/>
                <a:cs typeface="Carlito"/>
              </a:rPr>
              <a:t>task </a:t>
            </a:r>
            <a:r>
              <a:rPr lang="en-US" spc="-15" dirty="0">
                <a:latin typeface="Carlito"/>
                <a:cs typeface="Carlito"/>
              </a:rPr>
              <a:t>fails </a:t>
            </a:r>
            <a:r>
              <a:rPr lang="en-US" spc="-5" dirty="0">
                <a:latin typeface="Carlito"/>
                <a:cs typeface="Carlito"/>
              </a:rPr>
              <a:t>while</a:t>
            </a:r>
            <a:r>
              <a:rPr lang="en-US" spc="-10" dirty="0">
                <a:latin typeface="Carlito"/>
                <a:cs typeface="Carlito"/>
              </a:rPr>
              <a:t> </a:t>
            </a:r>
            <a:r>
              <a:rPr lang="en-US" spc="-5" dirty="0">
                <a:latin typeface="Carlito"/>
                <a:cs typeface="Carlito"/>
              </a:rPr>
              <a:t>running?</a:t>
            </a:r>
            <a:endParaRPr lang="en-US" dirty="0">
              <a:latin typeface="Carlito"/>
              <a:cs typeface="Carlito"/>
            </a:endParaRPr>
          </a:p>
          <a:p>
            <a:pPr marL="755650" lvl="1" indent="-285750">
              <a:spcBef>
                <a:spcPts val="285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dirty="0">
                <a:latin typeface="Carlito"/>
                <a:cs typeface="Carlito"/>
              </a:rPr>
              <a:t>… </a:t>
            </a:r>
            <a:r>
              <a:rPr lang="en-US" spc="-5" dirty="0">
                <a:latin typeface="Carlito"/>
                <a:cs typeface="Carlito"/>
              </a:rPr>
              <a:t>and </a:t>
            </a:r>
            <a:r>
              <a:rPr lang="en-US" dirty="0">
                <a:latin typeface="Carlito"/>
                <a:cs typeface="Carlito"/>
              </a:rPr>
              <a:t>… </a:t>
            </a:r>
            <a:r>
              <a:rPr lang="en-US" spc="-5" dirty="0">
                <a:latin typeface="Carlito"/>
                <a:cs typeface="Carlito"/>
              </a:rPr>
              <a:t>and</a:t>
            </a:r>
            <a:r>
              <a:rPr lang="en-US" spc="-10" dirty="0">
                <a:latin typeface="Carlito"/>
                <a:cs typeface="Carlito"/>
              </a:rPr>
              <a:t> ...</a:t>
            </a:r>
            <a:endParaRPr lang="en-US" dirty="0">
              <a:latin typeface="Carlito"/>
              <a:cs typeface="Carlito"/>
            </a:endParaRPr>
          </a:p>
          <a:p>
            <a:pPr marL="355600" indent="-342900">
              <a:spcBef>
                <a:spcPts val="3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0" dirty="0">
                <a:latin typeface="Carlito"/>
                <a:cs typeface="Carlito"/>
              </a:rPr>
              <a:t>Distributed computation </a:t>
            </a:r>
            <a:r>
              <a:rPr lang="en-US" sz="3200" spc="-15" dirty="0">
                <a:latin typeface="Carlito"/>
                <a:cs typeface="Carlito"/>
              </a:rPr>
              <a:t>after</a:t>
            </a:r>
            <a:r>
              <a:rPr lang="en-US" sz="3200" spc="30" dirty="0">
                <a:latin typeface="Carlito"/>
                <a:cs typeface="Carlito"/>
              </a:rPr>
              <a:t> </a:t>
            </a:r>
            <a:r>
              <a:rPr lang="en-US" sz="3200" spc="-10" dirty="0">
                <a:latin typeface="Carlito"/>
                <a:cs typeface="Carlito"/>
              </a:rPr>
              <a:t>MapReduce</a:t>
            </a:r>
            <a:endParaRPr lang="en-US" sz="3200" dirty="0">
              <a:latin typeface="Carlito"/>
              <a:cs typeface="Carlito"/>
            </a:endParaRPr>
          </a:p>
          <a:p>
            <a:pPr marL="755650" lvl="1" indent="-285750">
              <a:spcBef>
                <a:spcPts val="360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pc="-5" dirty="0">
                <a:latin typeface="Carlito"/>
                <a:cs typeface="Carlito"/>
              </a:rPr>
              <a:t>how </a:t>
            </a:r>
            <a:r>
              <a:rPr lang="en-US" spc="-15" dirty="0">
                <a:latin typeface="Carlito"/>
                <a:cs typeface="Carlito"/>
              </a:rPr>
              <a:t>to </a:t>
            </a:r>
            <a:r>
              <a:rPr lang="en-US" spc="-10" dirty="0">
                <a:latin typeface="Carlito"/>
                <a:cs typeface="Carlito"/>
              </a:rPr>
              <a:t>write </a:t>
            </a:r>
            <a:r>
              <a:rPr lang="en-US" spc="-5" dirty="0">
                <a:latin typeface="Carlito"/>
                <a:cs typeface="Carlito"/>
              </a:rPr>
              <a:t>Map</a:t>
            </a:r>
            <a:r>
              <a:rPr lang="en-US" dirty="0">
                <a:latin typeface="Carlito"/>
                <a:cs typeface="Carlito"/>
              </a:rPr>
              <a:t> </a:t>
            </a:r>
            <a:r>
              <a:rPr lang="en-US" spc="-5" dirty="0">
                <a:latin typeface="Carlito"/>
                <a:cs typeface="Carlito"/>
              </a:rPr>
              <a:t>function?</a:t>
            </a:r>
            <a:endParaRPr lang="en-US" dirty="0">
              <a:latin typeface="Carlito"/>
              <a:cs typeface="Carlito"/>
            </a:endParaRPr>
          </a:p>
          <a:p>
            <a:pPr marL="755650" lvl="1" indent="-285750">
              <a:spcBef>
                <a:spcPts val="285"/>
              </a:spcBef>
              <a:buFont typeface="Arial"/>
              <a:buChar char="–"/>
              <a:tabLst>
                <a:tab pos="755650" algn="l"/>
              </a:tabLst>
            </a:pPr>
            <a:r>
              <a:rPr lang="en-US" spc="-5" dirty="0">
                <a:latin typeface="Carlito"/>
                <a:cs typeface="Carlito"/>
              </a:rPr>
              <a:t>how </a:t>
            </a:r>
            <a:r>
              <a:rPr lang="en-US" spc="-15" dirty="0">
                <a:latin typeface="Carlito"/>
                <a:cs typeface="Carlito"/>
              </a:rPr>
              <a:t>to </a:t>
            </a:r>
            <a:r>
              <a:rPr lang="en-US" spc="-10" dirty="0">
                <a:latin typeface="Carlito"/>
                <a:cs typeface="Carlito"/>
              </a:rPr>
              <a:t>write Reduce</a:t>
            </a:r>
            <a:r>
              <a:rPr lang="en-US" spc="5" dirty="0">
                <a:latin typeface="Carlito"/>
                <a:cs typeface="Carlito"/>
              </a:rPr>
              <a:t> </a:t>
            </a:r>
            <a:r>
              <a:rPr lang="en-US" spc="-5" dirty="0">
                <a:latin typeface="Carlito"/>
                <a:cs typeface="Carlito"/>
              </a:rPr>
              <a:t>function?</a:t>
            </a:r>
            <a:endParaRPr lang="en-US" dirty="0">
              <a:latin typeface="Carlito"/>
              <a:cs typeface="Carlito"/>
            </a:endParaRPr>
          </a:p>
          <a:p>
            <a:pPr marL="355600" indent="-342900">
              <a:spcBef>
                <a:spcPts val="3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15" dirty="0">
                <a:latin typeface="Carlito"/>
                <a:cs typeface="Carlito"/>
              </a:rPr>
              <a:t>Developers’ </a:t>
            </a:r>
            <a:r>
              <a:rPr lang="en-US" sz="3200" spc="-20" dirty="0">
                <a:latin typeface="Carlito"/>
                <a:cs typeface="Carlito"/>
              </a:rPr>
              <a:t>tasks </a:t>
            </a:r>
            <a:r>
              <a:rPr lang="en-US" sz="3200" dirty="0">
                <a:latin typeface="Carlito"/>
                <a:cs typeface="Carlito"/>
              </a:rPr>
              <a:t>made</a:t>
            </a:r>
            <a:r>
              <a:rPr lang="en-US" sz="3200" spc="25" dirty="0">
                <a:latin typeface="Carlito"/>
                <a:cs typeface="Carlito"/>
              </a:rPr>
              <a:t> </a:t>
            </a:r>
            <a:r>
              <a:rPr lang="en-US" sz="3200" spc="-20" dirty="0">
                <a:latin typeface="Carlito"/>
                <a:cs typeface="Carlito"/>
              </a:rPr>
              <a:t>easy</a:t>
            </a:r>
            <a:endParaRPr lang="en-US"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23F9-0132-0F0F-3020-F13CD286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Example </a:t>
            </a:r>
            <a:endParaRPr lang="en-PK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D48ED-CAAD-5A36-66B3-3F649CB2A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630" y="1558926"/>
            <a:ext cx="7886700" cy="4351338"/>
          </a:xfrm>
        </p:spPr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Dear, Bear, River, Car, Car, River, Deer, Car and Bear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63B71B-A4F0-9B50-36D9-A0113F91B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30" y="2433485"/>
            <a:ext cx="7532740" cy="405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130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204</TotalTime>
  <Words>1174</Words>
  <Application>Microsoft Office PowerPoint</Application>
  <PresentationFormat>On-screen Show (4:3)</PresentationFormat>
  <Paragraphs>191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Carlito</vt:lpstr>
      <vt:lpstr>Comic Sans MS</vt:lpstr>
      <vt:lpstr>Courier New</vt:lpstr>
      <vt:lpstr>source-serif-pro</vt:lpstr>
      <vt:lpstr>Times New Roman</vt:lpstr>
      <vt:lpstr>Office Theme</vt:lpstr>
      <vt:lpstr>Background</vt:lpstr>
      <vt:lpstr>Motivation </vt:lpstr>
      <vt:lpstr>Big Data</vt:lpstr>
      <vt:lpstr>Motivation: Large Scale Data Processing</vt:lpstr>
      <vt:lpstr>Motivation: Example</vt:lpstr>
      <vt:lpstr>The Map-Reduce Framework</vt:lpstr>
      <vt:lpstr>Where does Google use MapReduce?</vt:lpstr>
      <vt:lpstr>Storage Model</vt:lpstr>
      <vt:lpstr>MapReduce</vt:lpstr>
      <vt:lpstr>Who has it?</vt:lpstr>
      <vt:lpstr>MapReduce Features</vt:lpstr>
      <vt:lpstr>MapReduce Working</vt:lpstr>
      <vt:lpstr>MapReduce Working</vt:lpstr>
      <vt:lpstr>MapReduce Working</vt:lpstr>
      <vt:lpstr>Map</vt:lpstr>
      <vt:lpstr>Map</vt:lpstr>
      <vt:lpstr>Reduce</vt:lpstr>
      <vt:lpstr>PowerPoint Presentation</vt:lpstr>
      <vt:lpstr>PowerPoint Presentation</vt:lpstr>
      <vt:lpstr>MapReduce Working</vt:lpstr>
      <vt:lpstr>Parallelism</vt:lpstr>
      <vt:lpstr>Data Locality</vt:lpstr>
      <vt:lpstr>Handling Fault Tolerance</vt:lpstr>
      <vt:lpstr>Optimizations</vt:lpstr>
      <vt:lpstr>MapReduce: the complete picture</vt:lpstr>
      <vt:lpstr>Why is Map-Reduce Popular?</vt:lpstr>
      <vt:lpstr>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CSC334 Parallel &amp; Distributed Computing  Lecture # 25 Introduction to Virtualization</dc:title>
  <dc:creator>Muhammad Mateen Yaqoob</dc:creator>
  <cp:lastModifiedBy>Moorche</cp:lastModifiedBy>
  <cp:revision>113</cp:revision>
  <dcterms:created xsi:type="dcterms:W3CDTF">2021-12-06T05:30:30Z</dcterms:created>
  <dcterms:modified xsi:type="dcterms:W3CDTF">2023-12-04T04:07:42Z</dcterms:modified>
</cp:coreProperties>
</file>